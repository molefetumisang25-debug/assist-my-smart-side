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TSMART Executive Stakeholder Demo" id="{7A3F04C7-B58E-4AEA-9501-5EACAB258D64}">
          <p14:sldIdLst>
            <p14:sldId id="2561"/>
          </p14:sldIdLst>
        </p14:section>
        <p14:section name="Introduction and Executive Context" id="{336F967A-4A7E-4781-8F16-36EF2EDAC0DF}">
          <p14:sldIdLst>
            <p14:sldId id="2562"/>
            <p14:sldId id="2563"/>
          </p14:sldIdLst>
        </p14:section>
        <p14:section name="Executive Summary and Business Framing" id="{CC48A560-9A08-4F44-A110-286394B1F864}">
          <p14:sldIdLst>
            <p14:sldId id="2564"/>
            <p14:sldId id="2565"/>
          </p14:sldIdLst>
        </p14:section>
        <p14:section name="Problem Statement" id="{85FAAFD9-7DE2-4DDA-A52D-BB3B73268CF2}">
          <p14:sldIdLst>
            <p14:sldId id="2566"/>
            <p14:sldId id="2567"/>
          </p14:sldIdLst>
        </p14:section>
        <p14:section name="Solution Overview" id="{C7C4C318-98D3-4727-8612-B3EE86890D3A}">
          <p14:sldIdLst>
            <p14:sldId id="2568"/>
            <p14:sldId id="2569"/>
          </p14:sldIdLst>
        </p14:section>
        <p14:section name="Live Demo Walkthrough" id="{B2E19494-2449-4192-9A24-EDE77A9967C4}">
          <p14:sldIdLst>
            <p14:sldId id="2570"/>
            <p14:sldId id="2571"/>
          </p14:sldIdLst>
        </p14:section>
        <p14:section name="Architecture and Technology" id="{90077B63-F2F3-4AA5-A854-0CCC83A5039A}">
          <p14:sldIdLst>
            <p14:sldId id="2572"/>
            <p14:sldId id="2573"/>
          </p14:sldIdLst>
        </p14:section>
        <p14:section name="Security and Governance" id="{7D54DAB0-7FF6-45CB-97F5-FA76D0FF4C93}">
          <p14:sldIdLst>
            <p14:sldId id="2574"/>
            <p14:sldId id="2575"/>
          </p14:sldIdLst>
        </p14:section>
        <p14:section name="Business Impact" id="{4396046E-DA5A-404D-A2EF-FD73B7D2AF80}">
          <p14:sldIdLst>
            <p14:sldId id="2576"/>
            <p14:sldId id="2577"/>
          </p14:sldIdLst>
        </p14:section>
        <p14:section name="Audience and Next Steps" id="{45F3D53B-B5B0-446E-9B96-9A4BF747DE9C}">
          <p14:sldIdLst>
            <p14:sldId id="2578"/>
            <p14:sldId id="25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108" y="8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4A6AD4-BE71-44CF-B4EC-566E453C8457}" type="datetimeFigureOut">
              <a:t>7/16/2026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C1DA21-24D9-4A28-A656-8FB8F7EFCD3B}" type="slidenum">
              <a:t>‹#›</a:t>
            </a:fld>
            <a:endParaRPr lang="en-US"/>
          </a:p>
        </p:txBody>
      </p:sp>
    </p:spTree>
    <p:extLst>
      <p:ext uri="{BB962C8B-B14F-4D97-AF65-F5344CB8AC3E}">
        <p14:creationId xmlns:p14="http://schemas.microsoft.com/office/powerpoint/2010/main" val="46056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25451F95-72B7-4BF9-9855-13D280B74267}" type="slidenum">
              <a:t>1</a:t>
            </a:fld>
            <a:endParaRPr lang="en-US"/>
          </a:p>
        </p:txBody>
      </p:sp>
    </p:spTree>
    <p:extLst>
      <p:ext uri="{BB962C8B-B14F-4D97-AF65-F5344CB8AC3E}">
        <p14:creationId xmlns:p14="http://schemas.microsoft.com/office/powerpoint/2010/main" val="2364261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https://eu-prod.asyncgw.teams.microsoft.com/v1/objects/0-weu-d7-90035fd2913cc3b92046362f91cc3fb9/views/original/enhanced_getsmart.js
GETSMART AI Assistant – Stakeholder Live Demo
</a:t>
            </a:r>
          </a:p>
        </p:txBody>
      </p:sp>
      <p:sp>
        <p:nvSpPr>
          <p:cNvPr id="4" name="Slide Number Placeholder 3"/>
          <p:cNvSpPr>
            <a:spLocks noGrp="1"/>
          </p:cNvSpPr>
          <p:nvPr>
            <p:ph type="sldNum" sz="quarter" idx="5"/>
          </p:nvPr>
        </p:nvSpPr>
        <p:spPr/>
        <p:txBody>
          <a:bodyPr/>
          <a:lstStyle/>
          <a:p>
            <a:fld id="{25451F95-72B7-4BF9-9855-13D280B74267}" type="slidenum">
              <a:t>2</a:t>
            </a:fld>
            <a:endParaRPr lang="en-US"/>
          </a:p>
        </p:txBody>
      </p:sp>
    </p:spTree>
    <p:extLst>
      <p:ext uri="{BB962C8B-B14F-4D97-AF65-F5344CB8AC3E}">
        <p14:creationId xmlns:p14="http://schemas.microsoft.com/office/powerpoint/2010/main" val="1303642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https://eu-prod.asyncgw.teams.microsoft.com/v1/objects/0-weu-d7-90035fd2913cc3b92046362f91cc3fb9/views/original/enhanced_getsmart.js
This opening slide establishes the executive context for the GETSMART AI Assistant by positioning it as a unified, production-ready AI workspace designed for modern knowledge workers and organizations. The intent of the presentation is to guide stakeholders through a live demo and prototype walkthrough, demonstrating not only functional capabilities but also architectural maturity, security posture, and business impact. GETSMART consolidates five high-value AI workflows—AI Chat, AI Planner, Task Research, Document Assistant, and Smart Notes—into a single, cohesive platform. Instead of forcing users to switch between multiple disconnected tools, GETSMART provides one consistent interface, one security model, and one deployment surface. From an executive perspective, this directly addresses inefficiencies, governance concerns, and cost overhead introduced by fragmented AI adoption. The slide also frames the session expectations: a concise walkthrough of the live prototype, an explanation of how the system is built and secured, and a discussion on the tangible productivity and operational benefits. This sets the tone for a consultation-style presentation, focusing on outcomes, scalability, and readiness rather than experimental or conceptual AI usage.
</a:t>
            </a:r>
          </a:p>
        </p:txBody>
      </p:sp>
      <p:sp>
        <p:nvSpPr>
          <p:cNvPr id="4" name="Slide Number Placeholder 3"/>
          <p:cNvSpPr>
            <a:spLocks noGrp="1"/>
          </p:cNvSpPr>
          <p:nvPr>
            <p:ph type="sldNum" sz="quarter" idx="5"/>
          </p:nvPr>
        </p:nvSpPr>
        <p:spPr/>
        <p:txBody>
          <a:bodyPr/>
          <a:lstStyle/>
          <a:p>
            <a:fld id="{25451F95-72B7-4BF9-9855-13D280B74267}" type="slidenum">
              <a:t>3</a:t>
            </a:fld>
            <a:endParaRPr lang="en-US"/>
          </a:p>
        </p:txBody>
      </p:sp>
    </p:spTree>
    <p:extLst>
      <p:ext uri="{BB962C8B-B14F-4D97-AF65-F5344CB8AC3E}">
        <p14:creationId xmlns:p14="http://schemas.microsoft.com/office/powerpoint/2010/main" val="2454937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https://eu-prod.asyncgw.teams.microsoft.com/v1/objects/0-weu-d7-90035fd2913cc3b92046362f91cc3fb9/views/original/enhanced_getsmart.js
Executive Summary
</a:t>
            </a:r>
          </a:p>
        </p:txBody>
      </p:sp>
      <p:sp>
        <p:nvSpPr>
          <p:cNvPr id="4" name="Slide Number Placeholder 3"/>
          <p:cNvSpPr>
            <a:spLocks noGrp="1"/>
          </p:cNvSpPr>
          <p:nvPr>
            <p:ph type="sldNum" sz="quarter" idx="5"/>
          </p:nvPr>
        </p:nvSpPr>
        <p:spPr/>
        <p:txBody>
          <a:bodyPr/>
          <a:lstStyle/>
          <a:p>
            <a:fld id="{25451F95-72B7-4BF9-9855-13D280B74267}" type="slidenum">
              <a:t>4</a:t>
            </a:fld>
            <a:endParaRPr lang="en-US"/>
          </a:p>
        </p:txBody>
      </p:sp>
    </p:spTree>
    <p:extLst>
      <p:ext uri="{BB962C8B-B14F-4D97-AF65-F5344CB8AC3E}">
        <p14:creationId xmlns:p14="http://schemas.microsoft.com/office/powerpoint/2010/main" val="4082358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https://eu-prod.asyncgw.teams.microsoft.com/v1/objects/0-weu-d7-90035fd2913cc3b92046362f91cc3fb9/views/original/enhanced_getsmart.js
The executive summary distills the GETSMART value proposition into clear, decision-oriented points. First, it emphasizes consolidation: five distinct AI workflows are delivered through a single, unified workspace, reducing tool sprawl and cognitive load. Second, it highlights that GETSMART is not a prototype-only concept but a production-ready system, built with modern infrastructure and deployable today on platforms such as Vercel or Lovable Cloud. Third, the solution is governed and secure by design, with server-only system prompts, strict validation, and rate limiting applied uniformly across all AI interactions. Finally, GETSMART is model-agnostic, meaning organizations are not locked into a single AI vendor and can switch between Gemini, GPT, or Claude with minimal effort. For executives, these points translate into faster time-to-value, reduced operational risk, predictable AI costs, and future-proof flexibility. The summary prepares stakeholders to view the subsequent demo and technical details through the lens of business enablement rather than technical novelty.
</a:t>
            </a:r>
          </a:p>
        </p:txBody>
      </p:sp>
      <p:sp>
        <p:nvSpPr>
          <p:cNvPr id="4" name="Slide Number Placeholder 3"/>
          <p:cNvSpPr>
            <a:spLocks noGrp="1"/>
          </p:cNvSpPr>
          <p:nvPr>
            <p:ph type="sldNum" sz="quarter" idx="5"/>
          </p:nvPr>
        </p:nvSpPr>
        <p:spPr/>
        <p:txBody>
          <a:bodyPr/>
          <a:lstStyle/>
          <a:p>
            <a:fld id="{25451F95-72B7-4BF9-9855-13D280B74267}" type="slidenum">
              <a:t>5</a:t>
            </a:fld>
            <a:endParaRPr lang="en-US"/>
          </a:p>
        </p:txBody>
      </p:sp>
    </p:spTree>
    <p:extLst>
      <p:ext uri="{BB962C8B-B14F-4D97-AF65-F5344CB8AC3E}">
        <p14:creationId xmlns:p14="http://schemas.microsoft.com/office/powerpoint/2010/main" val="17194548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https://eu-prod.asyncgw.teams.microsoft.com/v1/objects/0-weu-d7-90035fd2913cc3b92046362f91cc3fb9/views/original/enhanced_getsmart.js
The Business Challenge
</a:t>
            </a:r>
          </a:p>
        </p:txBody>
      </p:sp>
      <p:sp>
        <p:nvSpPr>
          <p:cNvPr id="4" name="Slide Number Placeholder 3"/>
          <p:cNvSpPr>
            <a:spLocks noGrp="1"/>
          </p:cNvSpPr>
          <p:nvPr>
            <p:ph type="sldNum" sz="quarter" idx="5"/>
          </p:nvPr>
        </p:nvSpPr>
        <p:spPr/>
        <p:txBody>
          <a:bodyPr/>
          <a:lstStyle/>
          <a:p>
            <a:fld id="{25451F95-72B7-4BF9-9855-13D280B74267}" type="slidenum">
              <a:t>6</a:t>
            </a:fld>
            <a:endParaRPr lang="en-US"/>
          </a:p>
        </p:txBody>
      </p:sp>
    </p:spTree>
    <p:extLst>
      <p:ext uri="{BB962C8B-B14F-4D97-AF65-F5344CB8AC3E}">
        <p14:creationId xmlns:p14="http://schemas.microsoft.com/office/powerpoint/2010/main" val="28190524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https://eu-prod.asyncgw.teams.microsoft.com/v1/objects/0-weu-d7-90035fd2913cc3b92046362f91cc3fb9/views/original/enhanced_getsmart.js
This slide articulates the core business problem GETSMART addresses: fragmented AI usage across multiple tools. In many organizations, users rely on four to six separate AI applications to complete daily tasks such as chatting, planning, researching, document analysis, and note-taking. This fragmentation leads to duplicated prompts, lost conversational context, inconsistent outputs, and increased security exposure. Each tool often comes with its own authentication model, rate limits, data retention policies, and vendor lock-in risks. From a management perspective, this creates governance challenges and unpredictable cost structures. Additionally, productivity suffers as users waste time switching tabs, re-explaining context, and manually transferring outputs between tools. By clearly stating this challenge, the slide frames GETSMART as a response to a real operational inefficiency rather than a feature-driven AI product. It also creates alignment with stakeholder pain points around security, compliance, user efficiency, and platform standardization.
</a:t>
            </a:r>
          </a:p>
        </p:txBody>
      </p:sp>
      <p:sp>
        <p:nvSpPr>
          <p:cNvPr id="4" name="Slide Number Placeholder 3"/>
          <p:cNvSpPr>
            <a:spLocks noGrp="1"/>
          </p:cNvSpPr>
          <p:nvPr>
            <p:ph type="sldNum" sz="quarter" idx="5"/>
          </p:nvPr>
        </p:nvSpPr>
        <p:spPr/>
        <p:txBody>
          <a:bodyPr/>
          <a:lstStyle/>
          <a:p>
            <a:fld id="{25451F95-72B7-4BF9-9855-13D280B74267}" type="slidenum">
              <a:t>7</a:t>
            </a:fld>
            <a:endParaRPr lang="en-US"/>
          </a:p>
        </p:txBody>
      </p:sp>
    </p:spTree>
    <p:extLst>
      <p:ext uri="{BB962C8B-B14F-4D97-AF65-F5344CB8AC3E}">
        <p14:creationId xmlns:p14="http://schemas.microsoft.com/office/powerpoint/2010/main" val="31576482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https://eu-prod.asyncgw.teams.microsoft.com/v1/objects/0-weu-d7-90035fd2913cc3b92046362f91cc3fb9/views/original/enhanced_getsmart.js
GETSMART Platform Overview
</a:t>
            </a:r>
          </a:p>
        </p:txBody>
      </p:sp>
      <p:sp>
        <p:nvSpPr>
          <p:cNvPr id="4" name="Slide Number Placeholder 3"/>
          <p:cNvSpPr>
            <a:spLocks noGrp="1"/>
          </p:cNvSpPr>
          <p:nvPr>
            <p:ph type="sldNum" sz="quarter" idx="5"/>
          </p:nvPr>
        </p:nvSpPr>
        <p:spPr/>
        <p:txBody>
          <a:bodyPr/>
          <a:lstStyle/>
          <a:p>
            <a:fld id="{25451F95-72B7-4BF9-9855-13D280B74267}" type="slidenum">
              <a:t>8</a:t>
            </a:fld>
            <a:endParaRPr lang="en-US"/>
          </a:p>
        </p:txBody>
      </p:sp>
    </p:spTree>
    <p:extLst>
      <p:ext uri="{BB962C8B-B14F-4D97-AF65-F5344CB8AC3E}">
        <p14:creationId xmlns:p14="http://schemas.microsoft.com/office/powerpoint/2010/main" val="20548344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https://eu-prod.asyncgw.teams.microsoft.com/v1/objects/0-weu-d7-90035fd2913cc3b92046362f91cc3fb9/views/original/enhanced_getsmart.js
This section introduces GETSMART as an integrated platform composed of five tightly connected AI modules. AI Chat provides threaded, streaming conversations suitable for exploratory thinking and problem solving. AI Planner transforms goals into structured day, week, month, or year plans rendered as actionable time blocks. Task Research generates long-form, sectioned research reports with references, enabling deeper analysis without manual synthesis. The Document Assistant allows users to upload PDFs and perform question answering, summarization, and extraction tasks. Smart Notes offers an AI-assisted markdown editor for rewriting, translating, and expanding content. The key differentiator highlighted here is that all modules share the same underlying primitives, security controls, and gateway, ensuring consistency across the user experience. For stakeholders, this demonstrates architectural discipline and reduces concerns about siloed features or duplicated logic.
</a:t>
            </a:r>
          </a:p>
        </p:txBody>
      </p:sp>
      <p:sp>
        <p:nvSpPr>
          <p:cNvPr id="4" name="Slide Number Placeholder 3"/>
          <p:cNvSpPr>
            <a:spLocks noGrp="1"/>
          </p:cNvSpPr>
          <p:nvPr>
            <p:ph type="sldNum" sz="quarter" idx="5"/>
          </p:nvPr>
        </p:nvSpPr>
        <p:spPr/>
        <p:txBody>
          <a:bodyPr/>
          <a:lstStyle/>
          <a:p>
            <a:fld id="{25451F95-72B7-4BF9-9855-13D280B74267}" type="slidenum">
              <a:t>9</a:t>
            </a:fld>
            <a:endParaRPr lang="en-US"/>
          </a:p>
        </p:txBody>
      </p:sp>
    </p:spTree>
    <p:extLst>
      <p:ext uri="{BB962C8B-B14F-4D97-AF65-F5344CB8AC3E}">
        <p14:creationId xmlns:p14="http://schemas.microsoft.com/office/powerpoint/2010/main" val="2447067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https://eu-prod.asyncgw.teams.microsoft.com/v1/objects/0-weu-d7-90035fd2913cc3b92046362f91cc3fb9/views/original/enhanced_getsmart.js
Prototype Walkthrough Flow
</a:t>
            </a:r>
          </a:p>
        </p:txBody>
      </p:sp>
      <p:sp>
        <p:nvSpPr>
          <p:cNvPr id="4" name="Slide Number Placeholder 3"/>
          <p:cNvSpPr>
            <a:spLocks noGrp="1"/>
          </p:cNvSpPr>
          <p:nvPr>
            <p:ph type="sldNum" sz="quarter" idx="5"/>
          </p:nvPr>
        </p:nvSpPr>
        <p:spPr/>
        <p:txBody>
          <a:bodyPr/>
          <a:lstStyle/>
          <a:p>
            <a:fld id="{25451F95-72B7-4BF9-9855-13D280B74267}" type="slidenum">
              <a:t>10</a:t>
            </a:fld>
            <a:endParaRPr lang="en-US"/>
          </a:p>
        </p:txBody>
      </p:sp>
    </p:spTree>
    <p:extLst>
      <p:ext uri="{BB962C8B-B14F-4D97-AF65-F5344CB8AC3E}">
        <p14:creationId xmlns:p14="http://schemas.microsoft.com/office/powerpoint/2010/main" val="2350791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https://eu-prod.asyncgw.teams.microsoft.com/v1/objects/0-weu-d7-90035fd2913cc3b92046362f91cc3fb9/views/original/enhanced_getsmart.js
The live demo walkthrough outlines the exact narrative followed during the stakeholder demonstration. It begins on the home page, showcasing the five-module grid and reinforcing the idea of a unified workspace. The presenter then moves into AI Chat to demonstrate real-time streaming responses and rich markdown rendering. Next, the Planner module is used to generate a realistic plan from a concrete goal, highlighting structured AI output. The Research module follows, illustrating how deep reports are generated with clear sections and references. The Document Assistant demo shows PDF upload and targeted question answering, while Smart Notes concludes the walkthrough by applying rewrite or translation actions directly within a note. The flow is intentionally designed to escalate in perceived value and complexity, ending with a recap that ties usability back to business impact. This narrative-driven demo ensures stakeholders understand not just what the product does, but how it fits into real workflows.
</a:t>
            </a:r>
          </a:p>
        </p:txBody>
      </p:sp>
      <p:sp>
        <p:nvSpPr>
          <p:cNvPr id="4" name="Slide Number Placeholder 3"/>
          <p:cNvSpPr>
            <a:spLocks noGrp="1"/>
          </p:cNvSpPr>
          <p:nvPr>
            <p:ph type="sldNum" sz="quarter" idx="5"/>
          </p:nvPr>
        </p:nvSpPr>
        <p:spPr/>
        <p:txBody>
          <a:bodyPr/>
          <a:lstStyle/>
          <a:p>
            <a:fld id="{25451F95-72B7-4BF9-9855-13D280B74267}" type="slidenum">
              <a:t>11</a:t>
            </a:fld>
            <a:endParaRPr lang="en-US"/>
          </a:p>
        </p:txBody>
      </p:sp>
    </p:spTree>
    <p:extLst>
      <p:ext uri="{BB962C8B-B14F-4D97-AF65-F5344CB8AC3E}">
        <p14:creationId xmlns:p14="http://schemas.microsoft.com/office/powerpoint/2010/main" val="8681278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https://eu-prod.asyncgw.teams.microsoft.com/v1/objects/0-weu-d7-90035fd2913cc3b92046362f91cc3fb9/views/original/enhanced_getsmart.js
Solution Architecture Overview
</a:t>
            </a:r>
          </a:p>
        </p:txBody>
      </p:sp>
      <p:sp>
        <p:nvSpPr>
          <p:cNvPr id="4" name="Slide Number Placeholder 3"/>
          <p:cNvSpPr>
            <a:spLocks noGrp="1"/>
          </p:cNvSpPr>
          <p:nvPr>
            <p:ph type="sldNum" sz="quarter" idx="5"/>
          </p:nvPr>
        </p:nvSpPr>
        <p:spPr/>
        <p:txBody>
          <a:bodyPr/>
          <a:lstStyle/>
          <a:p>
            <a:fld id="{25451F95-72B7-4BF9-9855-13D280B74267}" type="slidenum">
              <a:t>12</a:t>
            </a:fld>
            <a:endParaRPr lang="en-US"/>
          </a:p>
        </p:txBody>
      </p:sp>
    </p:spTree>
    <p:extLst>
      <p:ext uri="{BB962C8B-B14F-4D97-AF65-F5344CB8AC3E}">
        <p14:creationId xmlns:p14="http://schemas.microsoft.com/office/powerpoint/2010/main" val="33491812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https://eu-prod.asyncgw.teams.microsoft.com/v1/objects/0-weu-d7-90035fd2913cc3b92046362f91cc3fb9/views/original/enhanced_getsmart.js
This slide explains the high-level architecture that underpins GETSMART, focusing on clarity and scalability rather than low-level implementation details. The browser layer is built with React 19 and TanStack Start, providing a modern, responsive user interface with server-side rendering support. Requests flow through a typed server runtime that handles validation, streaming, and rate limiting before reaching the Lovable AI Gateway. This gateway abstracts AI providers behind an OpenAI-compatible interface, enabling seamless switching between Gemini, GPT, and Claude models. The architecture is designed to run on edge or Node environments, supporting low-latency interactions and cloud-native deployment. For stakeholders, this architecture demonstrates maturity, vendor flexibility, and readiness for scale without requiring a rewrite as usage grows.
</a:t>
            </a:r>
          </a:p>
        </p:txBody>
      </p:sp>
      <p:sp>
        <p:nvSpPr>
          <p:cNvPr id="4" name="Slide Number Placeholder 3"/>
          <p:cNvSpPr>
            <a:spLocks noGrp="1"/>
          </p:cNvSpPr>
          <p:nvPr>
            <p:ph type="sldNum" sz="quarter" idx="5"/>
          </p:nvPr>
        </p:nvSpPr>
        <p:spPr/>
        <p:txBody>
          <a:bodyPr/>
          <a:lstStyle/>
          <a:p>
            <a:fld id="{25451F95-72B7-4BF9-9855-13D280B74267}" type="slidenum">
              <a:t>13</a:t>
            </a:fld>
            <a:endParaRPr lang="en-US"/>
          </a:p>
        </p:txBody>
      </p:sp>
    </p:spTree>
    <p:extLst>
      <p:ext uri="{BB962C8B-B14F-4D97-AF65-F5344CB8AC3E}">
        <p14:creationId xmlns:p14="http://schemas.microsoft.com/office/powerpoint/2010/main" val="30501858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https://eu-prod.asyncgw.teams.microsoft.com/v1/objects/0-weu-d7-90035fd2913cc3b92046362f91cc3fb9/views/original/enhanced_getsmart.js
Security &amp; Governance Model
</a:t>
            </a:r>
          </a:p>
        </p:txBody>
      </p:sp>
      <p:sp>
        <p:nvSpPr>
          <p:cNvPr id="4" name="Slide Number Placeholder 3"/>
          <p:cNvSpPr>
            <a:spLocks noGrp="1"/>
          </p:cNvSpPr>
          <p:nvPr>
            <p:ph type="sldNum" sz="quarter" idx="5"/>
          </p:nvPr>
        </p:nvSpPr>
        <p:spPr/>
        <p:txBody>
          <a:bodyPr/>
          <a:lstStyle/>
          <a:p>
            <a:fld id="{25451F95-72B7-4BF9-9855-13D280B74267}" type="slidenum">
              <a:t>14</a:t>
            </a:fld>
            <a:endParaRPr lang="en-US"/>
          </a:p>
        </p:txBody>
      </p:sp>
    </p:spTree>
    <p:extLst>
      <p:ext uri="{BB962C8B-B14F-4D97-AF65-F5344CB8AC3E}">
        <p14:creationId xmlns:p14="http://schemas.microsoft.com/office/powerpoint/2010/main" val="3840830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https://eu-prod.asyncgw.teams.microsoft.com/v1/objects/0-weu-d7-90035fd2913cc3b92046362f91cc3fb9/views/original/enhanced_getsmart.js
Security and governance are presented as first-class concerns in GETSMART rather than afterthoughts. All system prompts are enforced server-side, preventing client manipulation or prompt injection. Zod validation ensures that every AI request conforms to strict length and schema limits, reducing abuse and unexpected costs. Per-IP sliding-window rate limiting protects AI endpoints from overload and cost spikes, while payload caps enforce predictable resource usage. Environment isolation ensures that API keys and secrets never reach the client. Importantly, the system is auth-ready, allowing enterprise authentication to be introduced without refactoring core logic. This slide reassures stakeholders that GETSMART can operate safely within corporate and regulated environments.
</a:t>
            </a:r>
          </a:p>
        </p:txBody>
      </p:sp>
      <p:sp>
        <p:nvSpPr>
          <p:cNvPr id="4" name="Slide Number Placeholder 3"/>
          <p:cNvSpPr>
            <a:spLocks noGrp="1"/>
          </p:cNvSpPr>
          <p:nvPr>
            <p:ph type="sldNum" sz="quarter" idx="5"/>
          </p:nvPr>
        </p:nvSpPr>
        <p:spPr/>
        <p:txBody>
          <a:bodyPr/>
          <a:lstStyle/>
          <a:p>
            <a:fld id="{25451F95-72B7-4BF9-9855-13D280B74267}" type="slidenum">
              <a:t>15</a:t>
            </a:fld>
            <a:endParaRPr lang="en-US"/>
          </a:p>
        </p:txBody>
      </p:sp>
    </p:spTree>
    <p:extLst>
      <p:ext uri="{BB962C8B-B14F-4D97-AF65-F5344CB8AC3E}">
        <p14:creationId xmlns:p14="http://schemas.microsoft.com/office/powerpoint/2010/main" val="28837587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https://eu-prod.asyncgw.teams.microsoft.com/v1/objects/0-weu-d7-90035fd2913cc3b92046362f91cc3fb9/views/original/enhanced_getsmart.js
Impact &amp; Benefits
</a:t>
            </a:r>
          </a:p>
        </p:txBody>
      </p:sp>
      <p:sp>
        <p:nvSpPr>
          <p:cNvPr id="4" name="Slide Number Placeholder 3"/>
          <p:cNvSpPr>
            <a:spLocks noGrp="1"/>
          </p:cNvSpPr>
          <p:nvPr>
            <p:ph type="sldNum" sz="quarter" idx="5"/>
          </p:nvPr>
        </p:nvSpPr>
        <p:spPr/>
        <p:txBody>
          <a:bodyPr/>
          <a:lstStyle/>
          <a:p>
            <a:fld id="{25451F95-72B7-4BF9-9855-13D280B74267}" type="slidenum">
              <a:t>16</a:t>
            </a:fld>
            <a:endParaRPr lang="en-US"/>
          </a:p>
        </p:txBody>
      </p:sp>
    </p:spTree>
    <p:extLst>
      <p:ext uri="{BB962C8B-B14F-4D97-AF65-F5344CB8AC3E}">
        <p14:creationId xmlns:p14="http://schemas.microsoft.com/office/powerpoint/2010/main" val="39162544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https://eu-prod.asyncgw.teams.microsoft.com/v1/objects/0-weu-d7-90035fd2913cc3b92046362f91cc3fb9/views/original/enhanced_getsmart.js
This slide translates technical capabilities into measurable business outcomes. GETSMART reduces the number of AI tools in a typical workflow from four to six down to a single platform, simplifying procurement and governance. Time to first result on a new task drops dramatically, from several minutes of context switching to seconds within a unified interface. Persistent, threaded history improves knowledge continuity and reuse across tasks. Model-agnostic design lowers future switching costs and avoids vendor lock-in. Finally, rapid deployment—often under five minutes—reduces operational friction and accelerates experimentation. Together, these benefits position GETSMART as a productivity multiplier rather than just another AI tool.
</a:t>
            </a:r>
          </a:p>
        </p:txBody>
      </p:sp>
      <p:sp>
        <p:nvSpPr>
          <p:cNvPr id="4" name="Slide Number Placeholder 3"/>
          <p:cNvSpPr>
            <a:spLocks noGrp="1"/>
          </p:cNvSpPr>
          <p:nvPr>
            <p:ph type="sldNum" sz="quarter" idx="5"/>
          </p:nvPr>
        </p:nvSpPr>
        <p:spPr/>
        <p:txBody>
          <a:bodyPr/>
          <a:lstStyle/>
          <a:p>
            <a:fld id="{25451F95-72B7-4BF9-9855-13D280B74267}" type="slidenum">
              <a:t>17</a:t>
            </a:fld>
            <a:endParaRPr lang="en-US"/>
          </a:p>
        </p:txBody>
      </p:sp>
    </p:spTree>
    <p:extLst>
      <p:ext uri="{BB962C8B-B14F-4D97-AF65-F5344CB8AC3E}">
        <p14:creationId xmlns:p14="http://schemas.microsoft.com/office/powerpoint/2010/main" val="1101055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https://eu-prod.asyncgw.teams.microsoft.com/v1/objects/0-weu-d7-90035fd2913cc3b92046362f91cc3fb9/views/original/enhanced_getsmart.js
Target Users, Live Demo and Q&amp;A
</a:t>
            </a:r>
          </a:p>
        </p:txBody>
      </p:sp>
      <p:sp>
        <p:nvSpPr>
          <p:cNvPr id="4" name="Slide Number Placeholder 3"/>
          <p:cNvSpPr>
            <a:spLocks noGrp="1"/>
          </p:cNvSpPr>
          <p:nvPr>
            <p:ph type="sldNum" sz="quarter" idx="5"/>
          </p:nvPr>
        </p:nvSpPr>
        <p:spPr/>
        <p:txBody>
          <a:bodyPr/>
          <a:lstStyle/>
          <a:p>
            <a:fld id="{25451F95-72B7-4BF9-9855-13D280B74267}" type="slidenum">
              <a:t>18</a:t>
            </a:fld>
            <a:endParaRPr lang="en-US"/>
          </a:p>
        </p:txBody>
      </p:sp>
    </p:spTree>
    <p:extLst>
      <p:ext uri="{BB962C8B-B14F-4D97-AF65-F5344CB8AC3E}">
        <p14:creationId xmlns:p14="http://schemas.microsoft.com/office/powerpoint/2010/main" val="35903588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https://eu-prod.asyncgw.teams.microsoft.com/v1/objects/0-weu-d7-90035fd2913cc3b92046362f91cc3fb9/views/original/enhanced_getsmart.js
The closing slide identifies the primary target users for GETSMART, including founders, product managers, researchers, students, and consultants—anyone who runs multiple AI-assisted workflows daily. It reinforces that the prototype is live and accessible, enabling stakeholders to explore the product firsthand after the presentation. The session concludes with an invitation for questions, feedback, and roadmap discussion, positioning GETSMART as an evolving platform shaped by stakeholder input. This ending reinforces confidence, transparency, and readiness for next steps such as pilot adoption or deeper technical evaluation.
</a:t>
            </a:r>
          </a:p>
        </p:txBody>
      </p:sp>
      <p:sp>
        <p:nvSpPr>
          <p:cNvPr id="4" name="Slide Number Placeholder 3"/>
          <p:cNvSpPr>
            <a:spLocks noGrp="1"/>
          </p:cNvSpPr>
          <p:nvPr>
            <p:ph type="sldNum" sz="quarter" idx="5"/>
          </p:nvPr>
        </p:nvSpPr>
        <p:spPr/>
        <p:txBody>
          <a:bodyPr/>
          <a:lstStyle/>
          <a:p>
            <a:fld id="{25451F95-72B7-4BF9-9855-13D280B74267}" type="slidenum">
              <a:t>19</a:t>
            </a:fld>
            <a:endParaRPr lang="en-US"/>
          </a:p>
        </p:txBody>
      </p:sp>
    </p:spTree>
    <p:extLst>
      <p:ext uri="{BB962C8B-B14F-4D97-AF65-F5344CB8AC3E}">
        <p14:creationId xmlns:p14="http://schemas.microsoft.com/office/powerpoint/2010/main" val="3068197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pic>
        <p:nvPicPr>
          <p:cNvPr id="14" name="Picture 13" descr="A close up of a blue and pink background&#10;&#10;AI-generated content may be incorrect.">
            <a:extLst>
              <a:ext uri="{FF2B5EF4-FFF2-40B4-BE49-F238E27FC236}">
                <a16:creationId xmlns:a16="http://schemas.microsoft.com/office/drawing/2014/main" id="{FA0DAAF8-1473-19E2-7A19-C912696FE17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59ED5AFE-4996-3F24-6A40-DB7BC8D42158}"/>
              </a:ext>
            </a:extLst>
          </p:cNvPr>
          <p:cNvSpPr>
            <a:spLocks noGrp="1"/>
          </p:cNvSpPr>
          <p:nvPr>
            <p:ph type="ctrTitle"/>
          </p:nvPr>
        </p:nvSpPr>
        <p:spPr>
          <a:xfrm>
            <a:off x="589041" y="2438400"/>
            <a:ext cx="10993359" cy="2684329"/>
          </a:xfrm>
        </p:spPr>
        <p:txBody>
          <a:bodyPr vert="horz" lIns="91440" tIns="45720" rIns="91440" bIns="45720" rtlCol="0" anchor="b">
            <a:normAutofit/>
          </a:bodyPr>
          <a:lstStyle>
            <a:lvl1pPr>
              <a:defRPr lang="en-US" sz="6600" dirty="0">
                <a:solidFill>
                  <a:schemeClr val="tx1"/>
                </a:solidFill>
              </a:defRPr>
            </a:lvl1pPr>
          </a:lstStyle>
          <a:p>
            <a:pPr lvl="0"/>
            <a:r>
              <a:rPr lang="en-US"/>
              <a:t>Click to edit Master title style</a:t>
            </a:r>
          </a:p>
        </p:txBody>
      </p:sp>
      <p:sp>
        <p:nvSpPr>
          <p:cNvPr id="9" name="Subtitle 2">
            <a:extLst>
              <a:ext uri="{FF2B5EF4-FFF2-40B4-BE49-F238E27FC236}">
                <a16:creationId xmlns:a16="http://schemas.microsoft.com/office/drawing/2014/main" id="{6F756E8C-2C5E-B25F-5DAD-4E06067BC734}"/>
              </a:ext>
            </a:extLst>
          </p:cNvPr>
          <p:cNvSpPr>
            <a:spLocks noGrp="1"/>
          </p:cNvSpPr>
          <p:nvPr>
            <p:ph type="subTitle" idx="1"/>
          </p:nvPr>
        </p:nvSpPr>
        <p:spPr>
          <a:xfrm>
            <a:off x="589041" y="5257800"/>
            <a:ext cx="9164559" cy="914400"/>
          </a:xfrm>
        </p:spPr>
        <p:txBody>
          <a:bodyPr vert="horz" lIns="91440" tIns="45720" rIns="91440" bIns="45720" rtlCol="0">
            <a:normAutofit/>
          </a:bodyPr>
          <a:lstStyle>
            <a:lvl1pPr marL="0" indent="0">
              <a:buNone/>
              <a:defRPr lang="en-US" sz="2200" dirty="0">
                <a:solidFill>
                  <a:schemeClr val="tx1"/>
                </a:solidFill>
              </a:defRPr>
            </a:lvl1pPr>
          </a:lstStyle>
          <a:p>
            <a:pPr lvl="0"/>
            <a:r>
              <a:rPr lang="en-US"/>
              <a:t>Click to edit Master subtitle style</a:t>
            </a:r>
          </a:p>
        </p:txBody>
      </p:sp>
      <p:pic>
        <p:nvPicPr>
          <p:cNvPr id="2" name="Graphic 1">
            <a:extLst>
              <a:ext uri="{FF2B5EF4-FFF2-40B4-BE49-F238E27FC236}">
                <a16:creationId xmlns:a16="http://schemas.microsoft.com/office/drawing/2014/main" id="{FB03B42F-CFBB-090D-EC8E-0FC7E903EE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11" name="Footer Placeholder 10">
            <a:extLst>
              <a:ext uri="{FF2B5EF4-FFF2-40B4-BE49-F238E27FC236}">
                <a16:creationId xmlns:a16="http://schemas.microsoft.com/office/drawing/2014/main" id="{DD36ECCE-2AA5-C398-CA75-78EBCBDCF261}"/>
              </a:ext>
            </a:extLst>
          </p:cNvPr>
          <p:cNvSpPr>
            <a:spLocks noGrp="1"/>
          </p:cNvSpPr>
          <p:nvPr>
            <p:ph type="ftr" sz="quarter" idx="11"/>
          </p:nvPr>
        </p:nvSpPr>
        <p:spPr>
          <a:xfrm>
            <a:off x="6280176" y="152400"/>
            <a:ext cx="3200400" cy="365125"/>
          </a:xfrm>
        </p:spPr>
        <p:txBody>
          <a:bodyPr/>
          <a:lstStyle/>
          <a:p>
            <a:r>
              <a:rPr lang="en-US"/>
              <a:t>Sample Footer Text</a:t>
            </a:r>
          </a:p>
        </p:txBody>
      </p:sp>
      <p:sp>
        <p:nvSpPr>
          <p:cNvPr id="6" name="Date Placeholder 5">
            <a:extLst>
              <a:ext uri="{FF2B5EF4-FFF2-40B4-BE49-F238E27FC236}">
                <a16:creationId xmlns:a16="http://schemas.microsoft.com/office/drawing/2014/main" id="{FA4C2171-40CE-DE50-6D13-60F77A548C03}"/>
              </a:ext>
            </a:extLst>
          </p:cNvPr>
          <p:cNvSpPr>
            <a:spLocks noGrp="1"/>
          </p:cNvSpPr>
          <p:nvPr>
            <p:ph type="dt" sz="half" idx="10"/>
          </p:nvPr>
        </p:nvSpPr>
        <p:spPr>
          <a:xfrm>
            <a:off x="9531099" y="152400"/>
            <a:ext cx="1800171" cy="365125"/>
          </a:xfrm>
        </p:spPr>
        <p:txBody>
          <a:bodyPr/>
          <a:lstStyle/>
          <a:p>
            <a:fld id="{F7F4CBCF-2EA5-5248-B352-49E9FE7B89CF}" type="datetime1">
              <a:rPr lang="en-US" smtClean="0"/>
              <a:t>7/16/2026</a:t>
            </a:fld>
            <a:endParaRPr lang="en-US"/>
          </a:p>
        </p:txBody>
      </p:sp>
      <p:sp>
        <p:nvSpPr>
          <p:cNvPr id="12" name="Slide Number Placeholder 11">
            <a:extLst>
              <a:ext uri="{FF2B5EF4-FFF2-40B4-BE49-F238E27FC236}">
                <a16:creationId xmlns:a16="http://schemas.microsoft.com/office/drawing/2014/main" id="{73F8FB25-49C8-A3FD-F32A-4C95B18F4A71}"/>
              </a:ext>
            </a:extLst>
          </p:cNvPr>
          <p:cNvSpPr>
            <a:spLocks noGrp="1"/>
          </p:cNvSpPr>
          <p:nvPr>
            <p:ph type="sldNum" sz="quarter" idx="12"/>
          </p:nvPr>
        </p:nvSpPr>
        <p:spPr>
          <a:xfrm>
            <a:off x="11381793" y="152400"/>
            <a:ext cx="429207" cy="365125"/>
          </a:xfrm>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96976693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Pr>
        <a:solidFill>
          <a:schemeClr val="bg1"/>
        </a:solidFill>
        <a:effectLst/>
      </p:bgPr>
    </p:bg>
    <p:spTree>
      <p:nvGrpSpPr>
        <p:cNvPr id="1" name=""/>
        <p:cNvGrpSpPr/>
        <p:nvPr/>
      </p:nvGrpSpPr>
      <p:grpSpPr>
        <a:xfrm>
          <a:off x="0" y="0"/>
          <a:ext cx="0" cy="0"/>
          <a:chOff x="0" y="0"/>
          <a:chExt cx="0" cy="0"/>
        </a:xfrm>
      </p:grpSpPr>
      <p:sp>
        <p:nvSpPr>
          <p:cNvPr id="19" name="Title Placeholder 1">
            <a:extLst>
              <a:ext uri="{FF2B5EF4-FFF2-40B4-BE49-F238E27FC236}">
                <a16:creationId xmlns:a16="http://schemas.microsoft.com/office/drawing/2014/main" id="{9E3969EE-7732-41DD-2DC3-A2E1AAB30881}"/>
              </a:ext>
            </a:extLst>
          </p:cNvPr>
          <p:cNvSpPr>
            <a:spLocks noGrp="1"/>
          </p:cNvSpPr>
          <p:nvPr>
            <p:ph type="title"/>
          </p:nvPr>
        </p:nvSpPr>
        <p:spPr>
          <a:xfrm>
            <a:off x="381000" y="691835"/>
            <a:ext cx="11429999" cy="755965"/>
          </a:xfrm>
          <a:prstGeom prst="rect">
            <a:avLst/>
          </a:prstGeom>
        </p:spPr>
        <p:txBody>
          <a:bodyPr vert="horz" lIns="91440" tIns="45720" rIns="91440" bIns="45720" rtlCol="0" anchor="t">
            <a:normAutofit/>
          </a:bodyPr>
          <a:lstStyle/>
          <a:p>
            <a:r>
              <a:rPr lang="en-US"/>
              <a:t>Click to edit Master title style</a:t>
            </a:r>
          </a:p>
        </p:txBody>
      </p:sp>
      <p:sp>
        <p:nvSpPr>
          <p:cNvPr id="18" name="Text Placeholder 2">
            <a:extLst>
              <a:ext uri="{FF2B5EF4-FFF2-40B4-BE49-F238E27FC236}">
                <a16:creationId xmlns:a16="http://schemas.microsoft.com/office/drawing/2014/main" id="{AEDD6D2F-5C2F-17BF-DEBA-0E6F06D22442}"/>
              </a:ext>
            </a:extLst>
          </p:cNvPr>
          <p:cNvSpPr>
            <a:spLocks noGrp="1"/>
          </p:cNvSpPr>
          <p:nvPr>
            <p:ph idx="1"/>
          </p:nvPr>
        </p:nvSpPr>
        <p:spPr>
          <a:xfrm>
            <a:off x="380999" y="1447799"/>
            <a:ext cx="11430000" cy="4718365"/>
          </a:xfrm>
          <a:prstGeom prst="rect">
            <a:avLst/>
          </a:prstGeom>
        </p:spPr>
        <p:txBody>
          <a:bodyPr vert="horz" lIns="91440" tIns="45720" rIns="91440" bIns="45720" rtlCol="0">
            <a:normAutofit/>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07626418-29B4-84BA-F111-4F7708DEFA8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29095984-255C-540F-7973-72A8D1E34440}"/>
              </a:ext>
            </a:extLst>
          </p:cNvPr>
          <p:cNvSpPr>
            <a:spLocks noGrp="1"/>
          </p:cNvSpPr>
          <p:nvPr>
            <p:ph type="dt" sz="half" idx="10"/>
          </p:nvPr>
        </p:nvSpPr>
        <p:spPr/>
        <p:txBody>
          <a:bodyPr/>
          <a:lstStyle/>
          <a:p>
            <a:fld id="{192DDA33-D578-2640-B42E-CEBF81697F81}" type="datetime1">
              <a:rPr lang="en-US" smtClean="0"/>
              <a:t>7/16/2026</a:t>
            </a:fld>
            <a:endParaRPr lang="en-US"/>
          </a:p>
        </p:txBody>
      </p:sp>
      <p:sp>
        <p:nvSpPr>
          <p:cNvPr id="7" name="Slide Number Placeholder 6">
            <a:extLst>
              <a:ext uri="{FF2B5EF4-FFF2-40B4-BE49-F238E27FC236}">
                <a16:creationId xmlns:a16="http://schemas.microsoft.com/office/drawing/2014/main" id="{72FF646D-D3BB-C299-5B27-DE0157DD1EBC}"/>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0303931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bg1"/>
        </a:solidFill>
        <a:effectLst/>
      </p:bgPr>
    </p:bg>
    <p:spTree>
      <p:nvGrpSpPr>
        <p:cNvPr id="1" name=""/>
        <p:cNvGrpSpPr/>
        <p:nvPr/>
      </p:nvGrpSpPr>
      <p:grpSpPr>
        <a:xfrm>
          <a:off x="0" y="0"/>
          <a:ext cx="0" cy="0"/>
          <a:chOff x="0" y="0"/>
          <a:chExt cx="0" cy="0"/>
        </a:xfrm>
      </p:grpSpPr>
      <p:pic>
        <p:nvPicPr>
          <p:cNvPr id="13" name="Picture 12" descr="A blue and pink circle&#10;&#10;AI-generated content may be incorrect.">
            <a:extLst>
              <a:ext uri="{FF2B5EF4-FFF2-40B4-BE49-F238E27FC236}">
                <a16:creationId xmlns:a16="http://schemas.microsoft.com/office/drawing/2014/main" id="{4979ADD3-3B85-6E30-8DB1-0F520079451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034B30DE-00B6-8472-CB6C-5E980F9BDD72}"/>
              </a:ext>
            </a:extLst>
          </p:cNvPr>
          <p:cNvSpPr>
            <a:spLocks noGrp="1"/>
          </p:cNvSpPr>
          <p:nvPr>
            <p:ph type="ctrTitle"/>
          </p:nvPr>
        </p:nvSpPr>
        <p:spPr>
          <a:xfrm>
            <a:off x="381000" y="762000"/>
            <a:ext cx="11430000" cy="3657600"/>
          </a:xfrm>
        </p:spPr>
        <p:txBody>
          <a:bodyPr vert="horz" lIns="91440" tIns="45720" rIns="91440" bIns="45720" rtlCol="0" anchor="t">
            <a:normAutofit/>
          </a:bodyPr>
          <a:lstStyle>
            <a:lvl1pPr>
              <a:defRPr lang="en-US" sz="7800" dirty="0">
                <a:solidFill>
                  <a:schemeClr val="tx1"/>
                </a:solidFill>
              </a:defRPr>
            </a:lvl1pPr>
          </a:lstStyle>
          <a:p>
            <a:pPr lvl="0"/>
            <a:r>
              <a:rPr lang="en-US"/>
              <a:t>Click to edit Master title style</a:t>
            </a:r>
          </a:p>
        </p:txBody>
      </p:sp>
      <p:sp>
        <p:nvSpPr>
          <p:cNvPr id="9" name="Subtitle 2">
            <a:extLst>
              <a:ext uri="{FF2B5EF4-FFF2-40B4-BE49-F238E27FC236}">
                <a16:creationId xmlns:a16="http://schemas.microsoft.com/office/drawing/2014/main" id="{EC4BE864-9BF7-0A02-20CD-11179C631C06}"/>
              </a:ext>
            </a:extLst>
          </p:cNvPr>
          <p:cNvSpPr>
            <a:spLocks noGrp="1"/>
          </p:cNvSpPr>
          <p:nvPr>
            <p:ph type="subTitle" idx="1"/>
          </p:nvPr>
        </p:nvSpPr>
        <p:spPr>
          <a:xfrm>
            <a:off x="380999" y="4693206"/>
            <a:ext cx="11423901" cy="1200698"/>
          </a:xfrm>
        </p:spPr>
        <p:txBody>
          <a:bodyPr vert="horz" lIns="91440" tIns="45720" rIns="91440" bIns="45720" rtlCol="0" anchor="b">
            <a:normAutofit/>
          </a:bodyPr>
          <a:lstStyle>
            <a:lvl1pPr marL="0" indent="0">
              <a:buNone/>
              <a:defRPr lang="en-US" sz="2400" dirty="0">
                <a:solidFill>
                  <a:schemeClr val="tx1"/>
                </a:solidFill>
              </a:defRPr>
            </a:lvl1pPr>
          </a:lstStyle>
          <a:p>
            <a:pPr lvl="0"/>
            <a:r>
              <a:rPr lang="en-US"/>
              <a:t>Click to edit Master subtitle style</a:t>
            </a:r>
          </a:p>
        </p:txBody>
      </p:sp>
      <p:sp>
        <p:nvSpPr>
          <p:cNvPr id="6" name="Footer Placeholder 5">
            <a:extLst>
              <a:ext uri="{FF2B5EF4-FFF2-40B4-BE49-F238E27FC236}">
                <a16:creationId xmlns:a16="http://schemas.microsoft.com/office/drawing/2014/main" id="{A21ECD73-1101-370B-043E-9A05C96B37C1}"/>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C91AED54-AE01-C430-241C-8491E4DE3447}"/>
              </a:ext>
            </a:extLst>
          </p:cNvPr>
          <p:cNvSpPr>
            <a:spLocks noGrp="1"/>
          </p:cNvSpPr>
          <p:nvPr>
            <p:ph type="dt" sz="half" idx="10"/>
          </p:nvPr>
        </p:nvSpPr>
        <p:spPr/>
        <p:txBody>
          <a:bodyPr/>
          <a:lstStyle>
            <a:lvl1pPr>
              <a:defRPr>
                <a:solidFill>
                  <a:schemeClr val="tx1"/>
                </a:solidFill>
              </a:defRPr>
            </a:lvl1pPr>
          </a:lstStyle>
          <a:p>
            <a:fld id="{75D6F905-E9A0-F246-B3D1-2727C4EFD37F}" type="datetime1">
              <a:rPr lang="en-US" smtClean="0"/>
              <a:t>7/16/2026</a:t>
            </a:fld>
            <a:endParaRPr lang="en-US"/>
          </a:p>
        </p:txBody>
      </p:sp>
      <p:sp>
        <p:nvSpPr>
          <p:cNvPr id="10" name="Slide Number Placeholder 9">
            <a:extLst>
              <a:ext uri="{FF2B5EF4-FFF2-40B4-BE49-F238E27FC236}">
                <a16:creationId xmlns:a16="http://schemas.microsoft.com/office/drawing/2014/main" id="{9D2A2F3B-8AF0-A668-5A10-902D91ABB19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7067212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bg1"/>
        </a:solidFill>
        <a:effectLst/>
      </p:bgPr>
    </p:bg>
    <p:spTree>
      <p:nvGrpSpPr>
        <p:cNvPr id="1" name=""/>
        <p:cNvGrpSpPr/>
        <p:nvPr/>
      </p:nvGrpSpPr>
      <p:grpSpPr>
        <a:xfrm>
          <a:off x="0" y="0"/>
          <a:ext cx="0" cy="0"/>
          <a:chOff x="0" y="0"/>
          <a:chExt cx="0" cy="0"/>
        </a:xfrm>
      </p:grpSpPr>
      <p:pic>
        <p:nvPicPr>
          <p:cNvPr id="16" name="Picture 15" descr="A blue and pink gradient&#10;&#10;AI-generated content may be incorrect.">
            <a:extLst>
              <a:ext uri="{FF2B5EF4-FFF2-40B4-BE49-F238E27FC236}">
                <a16:creationId xmlns:a16="http://schemas.microsoft.com/office/drawing/2014/main" id="{C4E3A73A-08AC-E4D5-72D4-A52D01BE1E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Graphic 7">
            <a:extLst>
              <a:ext uri="{FF2B5EF4-FFF2-40B4-BE49-F238E27FC236}">
                <a16:creationId xmlns:a16="http://schemas.microsoft.com/office/drawing/2014/main" id="{EA4B4CAF-A0E8-F09F-D6AB-040C9D9C0DF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a:off x="0" y="0"/>
            <a:ext cx="12192000" cy="6858000"/>
          </a:xfrm>
          <a:prstGeom prst="rect">
            <a:avLst/>
          </a:prstGeom>
        </p:spPr>
      </p:pic>
      <p:sp>
        <p:nvSpPr>
          <p:cNvPr id="9" name="Title 1">
            <a:extLst>
              <a:ext uri="{FF2B5EF4-FFF2-40B4-BE49-F238E27FC236}">
                <a16:creationId xmlns:a16="http://schemas.microsoft.com/office/drawing/2014/main" id="{828725B4-D968-BAAF-19B1-9A4719C72B48}"/>
              </a:ext>
            </a:extLst>
          </p:cNvPr>
          <p:cNvSpPr>
            <a:spLocks noGrp="1"/>
          </p:cNvSpPr>
          <p:nvPr>
            <p:ph type="ctrTitle"/>
          </p:nvPr>
        </p:nvSpPr>
        <p:spPr>
          <a:xfrm>
            <a:off x="609600" y="1215884"/>
            <a:ext cx="10972800" cy="2379013"/>
          </a:xfrm>
        </p:spPr>
        <p:txBody>
          <a:bodyPr anchor="b">
            <a:normAutofit/>
          </a:bodyPr>
          <a:lstStyle>
            <a:lvl1pPr algn="ctr">
              <a:defRPr sz="60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B61B9004-3C8A-9454-2377-0A58ADD11064}"/>
              </a:ext>
            </a:extLst>
          </p:cNvPr>
          <p:cNvSpPr>
            <a:spLocks noGrp="1"/>
          </p:cNvSpPr>
          <p:nvPr>
            <p:ph type="subTitle" idx="1"/>
          </p:nvPr>
        </p:nvSpPr>
        <p:spPr>
          <a:xfrm>
            <a:off x="1524000" y="3695090"/>
            <a:ext cx="9144000" cy="1029310"/>
          </a:xfrm>
        </p:spPr>
        <p:txBody>
          <a:bodyPr>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Footer Placeholder 5">
            <a:extLst>
              <a:ext uri="{FF2B5EF4-FFF2-40B4-BE49-F238E27FC236}">
                <a16:creationId xmlns:a16="http://schemas.microsoft.com/office/drawing/2014/main" id="{A0D1CDF6-EB44-5678-B0EF-08B581B13232}"/>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261C10FD-386D-733D-548B-ABCCE0CD112E}"/>
              </a:ext>
            </a:extLst>
          </p:cNvPr>
          <p:cNvSpPr>
            <a:spLocks noGrp="1"/>
          </p:cNvSpPr>
          <p:nvPr>
            <p:ph type="dt" sz="half" idx="10"/>
          </p:nvPr>
        </p:nvSpPr>
        <p:spPr/>
        <p:txBody>
          <a:bodyPr/>
          <a:lstStyle>
            <a:lvl1pPr>
              <a:defRPr>
                <a:solidFill>
                  <a:schemeClr val="tx1"/>
                </a:solidFill>
              </a:defRPr>
            </a:lvl1pPr>
          </a:lstStyle>
          <a:p>
            <a:fld id="{55872412-C725-2842-8141-6F8DA99B275E}" type="datetime1">
              <a:rPr lang="en-US" smtClean="0"/>
              <a:t>7/16/2026</a:t>
            </a:fld>
            <a:endParaRPr lang="en-US"/>
          </a:p>
        </p:txBody>
      </p:sp>
      <p:sp>
        <p:nvSpPr>
          <p:cNvPr id="11" name="Slide Number Placeholder 10">
            <a:extLst>
              <a:ext uri="{FF2B5EF4-FFF2-40B4-BE49-F238E27FC236}">
                <a16:creationId xmlns:a16="http://schemas.microsoft.com/office/drawing/2014/main" id="{C99647C5-B8C9-C91C-8056-A758BA2C5D55}"/>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463147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bg>
      <p:bgPr>
        <a:solidFill>
          <a:schemeClr val="bg1"/>
        </a:solidFill>
        <a:effectLst/>
      </p:bgPr>
    </p:bg>
    <p:spTree>
      <p:nvGrpSpPr>
        <p:cNvPr id="1" name=""/>
        <p:cNvGrpSpPr/>
        <p:nvPr/>
      </p:nvGrpSpPr>
      <p:grpSpPr>
        <a:xfrm>
          <a:off x="0" y="0"/>
          <a:ext cx="0" cy="0"/>
          <a:chOff x="0" y="0"/>
          <a:chExt cx="0" cy="0"/>
        </a:xfrm>
      </p:grpSpPr>
      <p:pic>
        <p:nvPicPr>
          <p:cNvPr id="8" name="Picture 7" descr="A blurry image of a blue and pink gradient&#10;&#10;AI-generated content may be incorrect.">
            <a:extLst>
              <a:ext uri="{FF2B5EF4-FFF2-40B4-BE49-F238E27FC236}">
                <a16:creationId xmlns:a16="http://schemas.microsoft.com/office/drawing/2014/main" id="{DE9BAE23-5B02-7784-4C10-09E5C32B23F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A453100-C9A1-0247-1B59-0CFA0C2BC0C1}"/>
              </a:ext>
            </a:extLst>
          </p:cNvPr>
          <p:cNvSpPr>
            <a:spLocks noGrp="1"/>
          </p:cNvSpPr>
          <p:nvPr>
            <p:ph type="ctrTitle"/>
          </p:nvPr>
        </p:nvSpPr>
        <p:spPr>
          <a:xfrm>
            <a:off x="381000" y="838200"/>
            <a:ext cx="11430000" cy="3657600"/>
          </a:xfrm>
        </p:spPr>
        <p:txBody>
          <a:bodyPr vert="horz" lIns="91440" tIns="45720" rIns="91440" bIns="45720" rtlCol="0" anchor="b">
            <a:normAutofit/>
          </a:bodyPr>
          <a:lstStyle>
            <a:lvl1pPr algn="r">
              <a:defRPr lang="en-US" sz="7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7143F882-C21D-9051-E025-9CB6D3A7255D}"/>
              </a:ext>
            </a:extLst>
          </p:cNvPr>
          <p:cNvSpPr>
            <a:spLocks noGrp="1"/>
          </p:cNvSpPr>
          <p:nvPr>
            <p:ph type="subTitle" idx="1"/>
          </p:nvPr>
        </p:nvSpPr>
        <p:spPr>
          <a:xfrm>
            <a:off x="380999" y="4522304"/>
            <a:ext cx="11423901" cy="1200698"/>
          </a:xfrm>
        </p:spPr>
        <p:txBody>
          <a:bodyPr vert="horz" lIns="91440" tIns="45720" rIns="91440" bIns="45720" rtlCol="0" anchor="t">
            <a:normAutofit/>
          </a:bodyPr>
          <a:lstStyle>
            <a:lvl1pPr marL="0" indent="0" algn="r">
              <a:buNone/>
              <a:defRPr lang="en-US" sz="2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2964A10-FC71-EA8C-A80C-6591AA1FBC4D}"/>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69B2810-D299-45D4-10D3-829D813C5667}"/>
              </a:ext>
            </a:extLst>
          </p:cNvPr>
          <p:cNvSpPr>
            <a:spLocks noGrp="1"/>
          </p:cNvSpPr>
          <p:nvPr>
            <p:ph type="dt" sz="half" idx="10"/>
          </p:nvPr>
        </p:nvSpPr>
        <p:spPr/>
        <p:txBody>
          <a:bodyPr/>
          <a:lstStyle/>
          <a:p>
            <a:fld id="{93274EE0-8EE6-BB42-BF21-111D3EB8AA70}" type="datetime1">
              <a:rPr lang="en-US" smtClean="0"/>
              <a:t>7/16/2026</a:t>
            </a:fld>
            <a:endParaRPr lang="en-US"/>
          </a:p>
        </p:txBody>
      </p:sp>
      <p:sp>
        <p:nvSpPr>
          <p:cNvPr id="6" name="Slide Number Placeholder 5">
            <a:extLst>
              <a:ext uri="{FF2B5EF4-FFF2-40B4-BE49-F238E27FC236}">
                <a16:creationId xmlns:a16="http://schemas.microsoft.com/office/drawing/2014/main" id="{2ACA30D0-2A71-E8EE-55DA-B29C4CC84EB9}"/>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417406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bg1"/>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4DCEB9D3-E2CB-5A44-54CA-3B1A42C2DABE}"/>
              </a:ext>
            </a:extLst>
          </p:cNvPr>
          <p:cNvSpPr>
            <a:spLocks noGrp="1"/>
          </p:cNvSpPr>
          <p:nvPr>
            <p:ph type="pic" sz="quarter" idx="10"/>
          </p:nvPr>
        </p:nvSpPr>
        <p:spPr>
          <a:xfrm>
            <a:off x="152400" y="152401"/>
            <a:ext cx="11887200" cy="6553197"/>
          </a:xfrm>
          <a:custGeom>
            <a:avLst/>
            <a:gdLst>
              <a:gd name="connsiteX0" fmla="*/ 349231 w 11887200"/>
              <a:gd name="connsiteY0" fmla="*/ 0 h 6553197"/>
              <a:gd name="connsiteX1" fmla="*/ 5672697 w 11887200"/>
              <a:gd name="connsiteY1" fmla="*/ 0 h 6553197"/>
              <a:gd name="connsiteX2" fmla="*/ 5727277 w 11887200"/>
              <a:gd name="connsiteY2" fmla="*/ 5502 h 6553197"/>
              <a:gd name="connsiteX3" fmla="*/ 5943600 w 11887200"/>
              <a:gd name="connsiteY3" fmla="*/ 270922 h 6553197"/>
              <a:gd name="connsiteX4" fmla="*/ 6214523 w 11887200"/>
              <a:gd name="connsiteY4" fmla="*/ 541844 h 6553197"/>
              <a:gd name="connsiteX5" fmla="*/ 11537950 w 11887200"/>
              <a:gd name="connsiteY5" fmla="*/ 541845 h 6553197"/>
              <a:gd name="connsiteX6" fmla="*/ 11887200 w 11887200"/>
              <a:gd name="connsiteY6" fmla="*/ 891094 h 6553197"/>
              <a:gd name="connsiteX7" fmla="*/ 11887200 w 11887200"/>
              <a:gd name="connsiteY7" fmla="*/ 6203948 h 6553197"/>
              <a:gd name="connsiteX8" fmla="*/ 11537950 w 11887200"/>
              <a:gd name="connsiteY8" fmla="*/ 6553197 h 6553197"/>
              <a:gd name="connsiteX9" fmla="*/ 7664450 w 11887200"/>
              <a:gd name="connsiteY9" fmla="*/ 6553197 h 6553197"/>
              <a:gd name="connsiteX10" fmla="*/ 7315200 w 11887200"/>
              <a:gd name="connsiteY10" fmla="*/ 6203948 h 6553197"/>
              <a:gd name="connsiteX11" fmla="*/ 7315200 w 11887200"/>
              <a:gd name="connsiteY11" fmla="*/ 4548693 h 6553197"/>
              <a:gd name="connsiteX12" fmla="*/ 6965950 w 11887200"/>
              <a:gd name="connsiteY12" fmla="*/ 4199443 h 6553197"/>
              <a:gd name="connsiteX13" fmla="*/ 349250 w 11887200"/>
              <a:gd name="connsiteY13" fmla="*/ 4199443 h 6553197"/>
              <a:gd name="connsiteX14" fmla="*/ 0 w 11887200"/>
              <a:gd name="connsiteY14" fmla="*/ 3850193 h 6553197"/>
              <a:gd name="connsiteX15" fmla="*/ 0 w 11887200"/>
              <a:gd name="connsiteY15" fmla="*/ 349248 h 6553197"/>
              <a:gd name="connsiteX16" fmla="*/ 278864 w 11887200"/>
              <a:gd name="connsiteY16" fmla="*/ 7094 h 6553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87200" h="6553197">
                <a:moveTo>
                  <a:pt x="349231" y="0"/>
                </a:moveTo>
                <a:lnTo>
                  <a:pt x="5672697" y="0"/>
                </a:lnTo>
                <a:lnTo>
                  <a:pt x="5727277" y="5502"/>
                </a:lnTo>
                <a:cubicBezTo>
                  <a:pt x="5850732" y="30765"/>
                  <a:pt x="5943600" y="139999"/>
                  <a:pt x="5943600" y="270922"/>
                </a:cubicBezTo>
                <a:cubicBezTo>
                  <a:pt x="5943600" y="420548"/>
                  <a:pt x="6064898" y="541844"/>
                  <a:pt x="6214523" y="541844"/>
                </a:cubicBezTo>
                <a:lnTo>
                  <a:pt x="11537950" y="541845"/>
                </a:lnTo>
                <a:cubicBezTo>
                  <a:pt x="11730863" y="541845"/>
                  <a:pt x="11887200" y="698212"/>
                  <a:pt x="11887200" y="891094"/>
                </a:cubicBezTo>
                <a:lnTo>
                  <a:pt x="11887200" y="6203948"/>
                </a:lnTo>
                <a:cubicBezTo>
                  <a:pt x="11887200" y="6396861"/>
                  <a:pt x="11730863" y="6553197"/>
                  <a:pt x="11537950" y="6553197"/>
                </a:cubicBezTo>
                <a:lnTo>
                  <a:pt x="7664450" y="6553197"/>
                </a:lnTo>
                <a:cubicBezTo>
                  <a:pt x="7471537" y="6553197"/>
                  <a:pt x="7315200" y="6396861"/>
                  <a:pt x="7315200" y="6203948"/>
                </a:cubicBezTo>
                <a:lnTo>
                  <a:pt x="7315200" y="4548693"/>
                </a:lnTo>
                <a:cubicBezTo>
                  <a:pt x="7315200" y="4355806"/>
                  <a:pt x="7158863" y="4199443"/>
                  <a:pt x="6965950" y="4199443"/>
                </a:cubicBezTo>
                <a:lnTo>
                  <a:pt x="349250" y="4199443"/>
                </a:lnTo>
                <a:cubicBezTo>
                  <a:pt x="156365" y="4199443"/>
                  <a:pt x="0" y="4043081"/>
                  <a:pt x="0" y="3850193"/>
                </a:cubicBezTo>
                <a:lnTo>
                  <a:pt x="0" y="349248"/>
                </a:lnTo>
                <a:cubicBezTo>
                  <a:pt x="0" y="180474"/>
                  <a:pt x="119717" y="39660"/>
                  <a:pt x="278864" y="7094"/>
                </a:cubicBezTo>
                <a:close/>
              </a:path>
            </a:pathLst>
          </a:custGeom>
          <a:blipFill>
            <a:blip r:embed="rId2" cstate="email">
              <a:alphaModFix amt="60000"/>
              <a:extLst>
                <a:ext uri="{28A0092B-C50C-407E-A947-70E740481C1C}">
                  <a14:useLocalDpi xmlns:a14="http://schemas.microsoft.com/office/drawing/2010/main"/>
                </a:ext>
              </a:extLst>
            </a:blip>
            <a:stretch>
              <a:fillRect/>
            </a:stretch>
          </a:blipFill>
        </p:spPr>
        <p:txBody>
          <a:bodyPr wrap="square">
            <a:noAutofit/>
          </a:bodyPr>
          <a:lstStyle/>
          <a:p>
            <a:endParaRPr lang="en-US"/>
          </a:p>
        </p:txBody>
      </p:sp>
      <p:sp>
        <p:nvSpPr>
          <p:cNvPr id="4" name="Title 1">
            <a:extLst>
              <a:ext uri="{FF2B5EF4-FFF2-40B4-BE49-F238E27FC236}">
                <a16:creationId xmlns:a16="http://schemas.microsoft.com/office/drawing/2014/main" id="{76EEAF27-D94E-F4D8-599C-5544E29AAA4E}"/>
              </a:ext>
            </a:extLst>
          </p:cNvPr>
          <p:cNvSpPr>
            <a:spLocks noGrp="1"/>
          </p:cNvSpPr>
          <p:nvPr>
            <p:ph type="ctrTitle"/>
          </p:nvPr>
        </p:nvSpPr>
        <p:spPr>
          <a:xfrm>
            <a:off x="381000" y="4876800"/>
            <a:ext cx="6629400" cy="914400"/>
          </a:xfrm>
        </p:spPr>
        <p:txBody>
          <a:bodyPr vert="horz" lIns="91440" tIns="45720" rIns="91440" bIns="45720" rtlCol="0" anchor="b">
            <a:normAutofit/>
          </a:bodyPr>
          <a:lstStyle>
            <a:lvl1pPr>
              <a:defRPr lang="en-US" sz="5000" dirty="0"/>
            </a:lvl1pPr>
          </a:lstStyle>
          <a:p>
            <a:pPr lvl="0"/>
            <a:r>
              <a:rPr lang="en-US"/>
              <a:t>Click to edit Master title style</a:t>
            </a:r>
          </a:p>
        </p:txBody>
      </p:sp>
      <p:sp>
        <p:nvSpPr>
          <p:cNvPr id="6" name="Subtitle 2">
            <a:extLst>
              <a:ext uri="{FF2B5EF4-FFF2-40B4-BE49-F238E27FC236}">
                <a16:creationId xmlns:a16="http://schemas.microsoft.com/office/drawing/2014/main" id="{E2AD91C1-AABA-5486-26F6-705AEBE1A0FC}"/>
              </a:ext>
            </a:extLst>
          </p:cNvPr>
          <p:cNvSpPr>
            <a:spLocks noGrp="1"/>
          </p:cNvSpPr>
          <p:nvPr>
            <p:ph type="subTitle" idx="1"/>
          </p:nvPr>
        </p:nvSpPr>
        <p:spPr>
          <a:xfrm>
            <a:off x="381000" y="5791200"/>
            <a:ext cx="6629400" cy="533400"/>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23" name="Footer Placeholder 10">
            <a:extLst>
              <a:ext uri="{FF2B5EF4-FFF2-40B4-BE49-F238E27FC236}">
                <a16:creationId xmlns:a16="http://schemas.microsoft.com/office/drawing/2014/main" id="{03310A58-9218-F5EC-4604-561F50426E39}"/>
              </a:ext>
            </a:extLst>
          </p:cNvPr>
          <p:cNvSpPr>
            <a:spLocks noGrp="1"/>
          </p:cNvSpPr>
          <p:nvPr>
            <p:ph type="ftr" sz="quarter" idx="12"/>
          </p:nvPr>
        </p:nvSpPr>
        <p:spPr>
          <a:xfrm>
            <a:off x="6280176" y="152400"/>
            <a:ext cx="3200400" cy="365125"/>
          </a:xfrm>
        </p:spPr>
        <p:txBody>
          <a:bodyPr/>
          <a:lstStyle/>
          <a:p>
            <a:r>
              <a:rPr lang="en-US"/>
              <a:t>Sample Footer Text</a:t>
            </a:r>
          </a:p>
        </p:txBody>
      </p:sp>
      <p:sp>
        <p:nvSpPr>
          <p:cNvPr id="22" name="Date Placeholder 5">
            <a:extLst>
              <a:ext uri="{FF2B5EF4-FFF2-40B4-BE49-F238E27FC236}">
                <a16:creationId xmlns:a16="http://schemas.microsoft.com/office/drawing/2014/main" id="{2DA21EAE-6045-3E9B-D31B-4AC9A3A61CE5}"/>
              </a:ext>
            </a:extLst>
          </p:cNvPr>
          <p:cNvSpPr>
            <a:spLocks noGrp="1"/>
          </p:cNvSpPr>
          <p:nvPr>
            <p:ph type="dt" sz="half" idx="11"/>
          </p:nvPr>
        </p:nvSpPr>
        <p:spPr>
          <a:xfrm>
            <a:off x="9531099" y="152400"/>
            <a:ext cx="1800171" cy="365125"/>
          </a:xfrm>
        </p:spPr>
        <p:txBody>
          <a:bodyPr/>
          <a:lstStyle/>
          <a:p>
            <a:fld id="{5A7D64F7-0C7B-1B47-9658-E887339B9A70}" type="datetime1">
              <a:rPr lang="en-US" smtClean="0"/>
              <a:t>7/16/2026</a:t>
            </a:fld>
            <a:endParaRPr lang="en-US"/>
          </a:p>
        </p:txBody>
      </p:sp>
      <p:sp>
        <p:nvSpPr>
          <p:cNvPr id="24" name="Slide Number Placeholder 11">
            <a:extLst>
              <a:ext uri="{FF2B5EF4-FFF2-40B4-BE49-F238E27FC236}">
                <a16:creationId xmlns:a16="http://schemas.microsoft.com/office/drawing/2014/main" id="{22C589B9-597D-55C7-FAFE-05660F35D677}"/>
              </a:ext>
            </a:extLst>
          </p:cNvPr>
          <p:cNvSpPr>
            <a:spLocks noGrp="1"/>
          </p:cNvSpPr>
          <p:nvPr>
            <p:ph type="sldNum" sz="quarter" idx="13"/>
          </p:nvPr>
        </p:nvSpPr>
        <p:spPr>
          <a:xfrm>
            <a:off x="11381793" y="152400"/>
            <a:ext cx="429207" cy="365125"/>
          </a:xfrm>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37305678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DD81ECD-75EA-ADAF-3DF5-385A64329A6E}"/>
              </a:ext>
            </a:extLst>
          </p:cNvPr>
          <p:cNvSpPr>
            <a:spLocks noGrp="1"/>
          </p:cNvSpPr>
          <p:nvPr>
            <p:ph type="ctrTitle"/>
          </p:nvPr>
        </p:nvSpPr>
        <p:spPr>
          <a:xfrm>
            <a:off x="7010400" y="1371597"/>
            <a:ext cx="4800600" cy="2845567"/>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8" name="Subtitle 2">
            <a:extLst>
              <a:ext uri="{FF2B5EF4-FFF2-40B4-BE49-F238E27FC236}">
                <a16:creationId xmlns:a16="http://schemas.microsoft.com/office/drawing/2014/main" id="{BE92A243-44D0-242D-CFED-E6D548373BD1}"/>
              </a:ext>
            </a:extLst>
          </p:cNvPr>
          <p:cNvSpPr>
            <a:spLocks noGrp="1"/>
          </p:cNvSpPr>
          <p:nvPr>
            <p:ph type="subTitle" idx="1"/>
          </p:nvPr>
        </p:nvSpPr>
        <p:spPr>
          <a:xfrm>
            <a:off x="7004304" y="4363278"/>
            <a:ext cx="4800600" cy="1123122"/>
          </a:xfrm>
        </p:spPr>
        <p:txBody>
          <a:bodyPr vert="horz" lIns="91440" tIns="45720" rIns="91440" bIns="45720" rtlCol="0">
            <a:normAutofit/>
          </a:bodyPr>
          <a:lstStyle>
            <a:lvl1pPr marL="0" indent="0">
              <a:buNone/>
              <a:defRPr lang="en-US" sz="1800" dirty="0"/>
            </a:lvl1pPr>
          </a:lstStyle>
          <a:p>
            <a:pPr lvl="0"/>
            <a:r>
              <a:rPr lang="en-US"/>
              <a:t>Click to edit Master subtitle style</a:t>
            </a:r>
          </a:p>
        </p:txBody>
      </p:sp>
      <p:sp>
        <p:nvSpPr>
          <p:cNvPr id="2" name="Picture Placeholder 1">
            <a:extLst>
              <a:ext uri="{FF2B5EF4-FFF2-40B4-BE49-F238E27FC236}">
                <a16:creationId xmlns:a16="http://schemas.microsoft.com/office/drawing/2014/main" id="{C81FF1C8-D50B-713C-E78E-43102F0D727A}"/>
              </a:ext>
            </a:extLst>
          </p:cNvPr>
          <p:cNvSpPr>
            <a:spLocks noGrp="1"/>
          </p:cNvSpPr>
          <p:nvPr>
            <p:ph type="pic" sz="quarter" idx="15"/>
          </p:nvPr>
        </p:nvSpPr>
        <p:spPr>
          <a:xfrm>
            <a:off x="152400"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4 h 6552184"/>
              <a:gd name="connsiteX3" fmla="*/ 5943599 w 5943599"/>
              <a:gd name="connsiteY3" fmla="*/ 349240 h 6552184"/>
              <a:gd name="connsiteX4" fmla="*/ 5943599 w 5943599"/>
              <a:gd name="connsiteY4" fmla="*/ 6202933 h 6552184"/>
              <a:gd name="connsiteX5" fmla="*/ 5936505 w 5943599"/>
              <a:gd name="connsiteY5" fmla="*/ 6273302 h 6552184"/>
              <a:gd name="connsiteX6" fmla="*/ 5594350 w 5943599"/>
              <a:gd name="connsiteY6" fmla="*/ 6552184 h 6552184"/>
              <a:gd name="connsiteX7" fmla="*/ 3222460 w 5943599"/>
              <a:gd name="connsiteY7" fmla="*/ 6552184 h 6552184"/>
              <a:gd name="connsiteX8" fmla="*/ 2971800 w 5943599"/>
              <a:gd name="connsiteY8" fmla="*/ 6301512 h 6552184"/>
              <a:gd name="connsiteX9" fmla="*/ 2721140 w 5943599"/>
              <a:gd name="connsiteY9" fmla="*/ 6050852 h 6552184"/>
              <a:gd name="connsiteX10" fmla="*/ 349249 w 5943599"/>
              <a:gd name="connsiteY10" fmla="*/ 6050852 h 6552184"/>
              <a:gd name="connsiteX11" fmla="*/ 7095 w 5943599"/>
              <a:gd name="connsiteY11" fmla="*/ 5771987 h 6552184"/>
              <a:gd name="connsiteX12" fmla="*/ 0 w 5943599"/>
              <a:gd name="connsiteY12" fmla="*/ 5701612 h 6552184"/>
              <a:gd name="connsiteX13" fmla="*/ 0 w 5943599"/>
              <a:gd name="connsiteY13" fmla="*/ 349239 h 6552184"/>
              <a:gd name="connsiteX14" fmla="*/ 7095 w 5943599"/>
              <a:gd name="connsiteY14" fmla="*/ 278863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7" y="0"/>
                  <a:pt x="5903939" y="119716"/>
                  <a:pt x="5936505" y="278864"/>
                </a:cubicBezTo>
                <a:lnTo>
                  <a:pt x="5943599" y="349240"/>
                </a:lnTo>
                <a:lnTo>
                  <a:pt x="5943599" y="6202933"/>
                </a:lnTo>
                <a:lnTo>
                  <a:pt x="5936505" y="6273302"/>
                </a:lnTo>
                <a:cubicBezTo>
                  <a:pt x="5903939" y="6432441"/>
                  <a:pt x="5763127" y="6552184"/>
                  <a:pt x="5594350" y="6552184"/>
                </a:cubicBezTo>
                <a:lnTo>
                  <a:pt x="3222460" y="6552184"/>
                </a:lnTo>
                <a:cubicBezTo>
                  <a:pt x="3084023" y="6552184"/>
                  <a:pt x="2971800" y="6439916"/>
                  <a:pt x="2971800" y="6301512"/>
                </a:cubicBezTo>
                <a:cubicBezTo>
                  <a:pt x="2971800" y="6163075"/>
                  <a:pt x="2859576" y="6050852"/>
                  <a:pt x="2721140" y="6050852"/>
                </a:cubicBezTo>
                <a:lnTo>
                  <a:pt x="349249" y="6050852"/>
                </a:lnTo>
                <a:cubicBezTo>
                  <a:pt x="180474" y="6050852"/>
                  <a:pt x="39661" y="5931132"/>
                  <a:pt x="7095" y="5771987"/>
                </a:cubicBezTo>
                <a:lnTo>
                  <a:pt x="0" y="5701612"/>
                </a:lnTo>
                <a:lnTo>
                  <a:pt x="0" y="349239"/>
                </a:lnTo>
                <a:lnTo>
                  <a:pt x="7095" y="278863"/>
                </a:lnTo>
                <a:cubicBezTo>
                  <a:pt x="39661" y="119716"/>
                  <a:pt x="180474" y="0"/>
                  <a:pt x="349249" y="0"/>
                </a:cubicBezTo>
                <a:close/>
              </a:path>
            </a:pathLst>
          </a:custGeom>
          <a:blipFill dpi="0" rotWithShape="1">
            <a:blip r:embed="rId2">
              <a:alphaModFix amt="60000"/>
            </a:blip>
            <a:srcRect/>
            <a:stretch>
              <a:fillRect/>
            </a:stretch>
          </a:blipFill>
        </p:spPr>
        <p:txBody>
          <a:bodyPr wrap="square">
            <a:noAutofit/>
          </a:bodyPr>
          <a:lstStyle/>
          <a:p>
            <a:endParaRPr lang="en-US"/>
          </a:p>
        </p:txBody>
      </p:sp>
      <p:sp>
        <p:nvSpPr>
          <p:cNvPr id="13" name="Footer Placeholder 12">
            <a:extLst>
              <a:ext uri="{FF2B5EF4-FFF2-40B4-BE49-F238E27FC236}">
                <a16:creationId xmlns:a16="http://schemas.microsoft.com/office/drawing/2014/main" id="{C17FD179-595A-DFC0-6FEF-70179B771151}"/>
              </a:ext>
            </a:extLst>
          </p:cNvPr>
          <p:cNvSpPr>
            <a:spLocks noGrp="1"/>
          </p:cNvSpPr>
          <p:nvPr>
            <p:ph type="ftr" sz="quarter" idx="17"/>
          </p:nvPr>
        </p:nvSpPr>
        <p:spPr>
          <a:xfrm>
            <a:off x="381000" y="6347057"/>
            <a:ext cx="2514600" cy="365125"/>
          </a:xfrm>
        </p:spPr>
        <p:txBody>
          <a:bodyPr/>
          <a:lstStyle/>
          <a:p>
            <a:r>
              <a:rPr lang="en-US"/>
              <a:t>Sample Footer Text</a:t>
            </a:r>
          </a:p>
        </p:txBody>
      </p:sp>
      <p:sp>
        <p:nvSpPr>
          <p:cNvPr id="12" name="Date Placeholder 11">
            <a:extLst>
              <a:ext uri="{FF2B5EF4-FFF2-40B4-BE49-F238E27FC236}">
                <a16:creationId xmlns:a16="http://schemas.microsoft.com/office/drawing/2014/main" id="{25DD1448-E731-051E-1681-77A911C310CC}"/>
              </a:ext>
            </a:extLst>
          </p:cNvPr>
          <p:cNvSpPr>
            <a:spLocks noGrp="1"/>
          </p:cNvSpPr>
          <p:nvPr>
            <p:ph type="dt" sz="half" idx="16"/>
          </p:nvPr>
        </p:nvSpPr>
        <p:spPr/>
        <p:txBody>
          <a:bodyPr/>
          <a:lstStyle/>
          <a:p>
            <a:fld id="{D3CD07D3-1C6A-7243-B247-92FB4862F8B6}" type="datetime1">
              <a:rPr lang="en-US" smtClean="0"/>
              <a:t>7/16/2026</a:t>
            </a:fld>
            <a:endParaRPr lang="en-US"/>
          </a:p>
        </p:txBody>
      </p:sp>
      <p:sp>
        <p:nvSpPr>
          <p:cNvPr id="14" name="Slide Number Placeholder 13">
            <a:extLst>
              <a:ext uri="{FF2B5EF4-FFF2-40B4-BE49-F238E27FC236}">
                <a16:creationId xmlns:a16="http://schemas.microsoft.com/office/drawing/2014/main" id="{EFF5DB76-0219-76D2-80FA-63D615A9A10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3970583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D948CE-769F-7D67-4E7B-1B9EDECCEC8A}"/>
              </a:ext>
            </a:extLst>
          </p:cNvPr>
          <p:cNvSpPr>
            <a:spLocks noGrp="1"/>
          </p:cNvSpPr>
          <p:nvPr>
            <p:ph type="ctrTitle"/>
          </p:nvPr>
        </p:nvSpPr>
        <p:spPr>
          <a:xfrm>
            <a:off x="381000" y="1371597"/>
            <a:ext cx="4800600" cy="2845567"/>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8" name="Subtitle 2">
            <a:extLst>
              <a:ext uri="{FF2B5EF4-FFF2-40B4-BE49-F238E27FC236}">
                <a16:creationId xmlns:a16="http://schemas.microsoft.com/office/drawing/2014/main" id="{87D90BD9-1CD9-8EA4-6145-FDBD4F0BA3DF}"/>
              </a:ext>
            </a:extLst>
          </p:cNvPr>
          <p:cNvSpPr>
            <a:spLocks noGrp="1"/>
          </p:cNvSpPr>
          <p:nvPr>
            <p:ph type="subTitle" idx="1"/>
          </p:nvPr>
        </p:nvSpPr>
        <p:spPr>
          <a:xfrm>
            <a:off x="381000" y="4363278"/>
            <a:ext cx="4800599" cy="1123122"/>
          </a:xfrm>
        </p:spPr>
        <p:txBody>
          <a:bodyPr vert="horz" lIns="91440" tIns="45720" rIns="91440" bIns="45720" rtlCol="0">
            <a:normAutofit/>
          </a:bodyPr>
          <a:lstStyle>
            <a:lvl1pPr marL="0" indent="0">
              <a:buNone/>
              <a:defRPr lang="en-US" sz="1800" dirty="0"/>
            </a:lvl1pPr>
          </a:lstStyle>
          <a:p>
            <a:pPr lvl="0"/>
            <a:r>
              <a:rPr lang="en-US"/>
              <a:t>Click to edit Master subtitle style</a:t>
            </a:r>
          </a:p>
        </p:txBody>
      </p:sp>
      <p:sp>
        <p:nvSpPr>
          <p:cNvPr id="2" name="Picture Placeholder 1">
            <a:extLst>
              <a:ext uri="{FF2B5EF4-FFF2-40B4-BE49-F238E27FC236}">
                <a16:creationId xmlns:a16="http://schemas.microsoft.com/office/drawing/2014/main" id="{2F60966E-F060-05E7-54E1-129C2360EC95}"/>
              </a:ext>
            </a:extLst>
          </p:cNvPr>
          <p:cNvSpPr>
            <a:spLocks noGrp="1"/>
          </p:cNvSpPr>
          <p:nvPr>
            <p:ph type="pic" sz="quarter" idx="15"/>
          </p:nvPr>
        </p:nvSpPr>
        <p:spPr>
          <a:xfrm>
            <a:off x="6096001"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3 h 6552184"/>
              <a:gd name="connsiteX3" fmla="*/ 5943599 w 5943599"/>
              <a:gd name="connsiteY3" fmla="*/ 349239 h 6552184"/>
              <a:gd name="connsiteX4" fmla="*/ 5943599 w 5943599"/>
              <a:gd name="connsiteY4" fmla="*/ 5701613 h 6552184"/>
              <a:gd name="connsiteX5" fmla="*/ 5936505 w 5943599"/>
              <a:gd name="connsiteY5" fmla="*/ 5771987 h 6552184"/>
              <a:gd name="connsiteX6" fmla="*/ 5594350 w 5943599"/>
              <a:gd name="connsiteY6" fmla="*/ 6050852 h 6552184"/>
              <a:gd name="connsiteX7" fmla="*/ 3222459 w 5943599"/>
              <a:gd name="connsiteY7" fmla="*/ 6050852 h 6552184"/>
              <a:gd name="connsiteX8" fmla="*/ 2971799 w 5943599"/>
              <a:gd name="connsiteY8" fmla="*/ 6301512 h 6552184"/>
              <a:gd name="connsiteX9" fmla="*/ 2721139 w 5943599"/>
              <a:gd name="connsiteY9" fmla="*/ 6552184 h 6552184"/>
              <a:gd name="connsiteX10" fmla="*/ 349249 w 5943599"/>
              <a:gd name="connsiteY10" fmla="*/ 6552184 h 6552184"/>
              <a:gd name="connsiteX11" fmla="*/ 7095 w 5943599"/>
              <a:gd name="connsiteY11" fmla="*/ 6273302 h 6552184"/>
              <a:gd name="connsiteX12" fmla="*/ 0 w 5943599"/>
              <a:gd name="connsiteY12" fmla="*/ 6202932 h 6552184"/>
              <a:gd name="connsiteX13" fmla="*/ 0 w 5943599"/>
              <a:gd name="connsiteY13" fmla="*/ 349240 h 6552184"/>
              <a:gd name="connsiteX14" fmla="*/ 7095 w 5943599"/>
              <a:gd name="connsiteY14" fmla="*/ 278864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5" y="0"/>
                  <a:pt x="5903938" y="119716"/>
                  <a:pt x="5936505" y="278863"/>
                </a:cubicBezTo>
                <a:lnTo>
                  <a:pt x="5943599" y="349239"/>
                </a:lnTo>
                <a:lnTo>
                  <a:pt x="5943599" y="5701613"/>
                </a:lnTo>
                <a:lnTo>
                  <a:pt x="5936505" y="5771987"/>
                </a:lnTo>
                <a:cubicBezTo>
                  <a:pt x="5903938" y="5931132"/>
                  <a:pt x="5763125" y="6050852"/>
                  <a:pt x="5594350" y="6050852"/>
                </a:cubicBezTo>
                <a:lnTo>
                  <a:pt x="3222459" y="6050852"/>
                </a:lnTo>
                <a:cubicBezTo>
                  <a:pt x="3084023" y="6050852"/>
                  <a:pt x="2971799" y="6163075"/>
                  <a:pt x="2971799" y="6301512"/>
                </a:cubicBezTo>
                <a:cubicBezTo>
                  <a:pt x="2971799" y="6439916"/>
                  <a:pt x="2859576" y="6552184"/>
                  <a:pt x="2721139" y="6552184"/>
                </a:cubicBezTo>
                <a:lnTo>
                  <a:pt x="349249" y="6552184"/>
                </a:lnTo>
                <a:cubicBezTo>
                  <a:pt x="180472" y="6552184"/>
                  <a:pt x="39661" y="6432441"/>
                  <a:pt x="7095" y="6273302"/>
                </a:cubicBezTo>
                <a:lnTo>
                  <a:pt x="0" y="6202932"/>
                </a:lnTo>
                <a:lnTo>
                  <a:pt x="0" y="349240"/>
                </a:lnTo>
                <a:lnTo>
                  <a:pt x="7095" y="278864"/>
                </a:lnTo>
                <a:cubicBezTo>
                  <a:pt x="39661" y="119716"/>
                  <a:pt x="180472" y="0"/>
                  <a:pt x="349249" y="0"/>
                </a:cubicBezTo>
                <a:close/>
              </a:path>
            </a:pathLst>
          </a:custGeom>
          <a:blipFill>
            <a:blip r:embed="rId2">
              <a:alphaModFix amt="60000"/>
            </a:blip>
            <a:stretch>
              <a:fillRect/>
            </a:stretch>
          </a:blipFill>
        </p:spPr>
        <p:txBody>
          <a:bodyPr wrap="square">
            <a:noAutofit/>
          </a:bodyPr>
          <a:lstStyle/>
          <a:p>
            <a:endParaRPr lang="en-US"/>
          </a:p>
        </p:txBody>
      </p:sp>
      <p:sp>
        <p:nvSpPr>
          <p:cNvPr id="4" name="Footer Placeholder 3">
            <a:extLst>
              <a:ext uri="{FF2B5EF4-FFF2-40B4-BE49-F238E27FC236}">
                <a16:creationId xmlns:a16="http://schemas.microsoft.com/office/drawing/2014/main" id="{E7491524-50CE-AA56-089E-9B0375F36DFB}"/>
              </a:ext>
            </a:extLst>
          </p:cNvPr>
          <p:cNvSpPr>
            <a:spLocks noGrp="1"/>
          </p:cNvSpPr>
          <p:nvPr>
            <p:ph type="ftr" sz="quarter" idx="17"/>
          </p:nvPr>
        </p:nvSpPr>
        <p:spPr/>
        <p:txBody>
          <a:bodyPr/>
          <a:lstStyle/>
          <a:p>
            <a:r>
              <a:rPr lang="en-US"/>
              <a:t>Sample Footer Text</a:t>
            </a:r>
          </a:p>
        </p:txBody>
      </p:sp>
      <p:sp>
        <p:nvSpPr>
          <p:cNvPr id="3" name="Date Placeholder 2">
            <a:extLst>
              <a:ext uri="{FF2B5EF4-FFF2-40B4-BE49-F238E27FC236}">
                <a16:creationId xmlns:a16="http://schemas.microsoft.com/office/drawing/2014/main" id="{FED9980E-D0D3-04C2-5215-3DDF66399951}"/>
              </a:ext>
            </a:extLst>
          </p:cNvPr>
          <p:cNvSpPr>
            <a:spLocks noGrp="1"/>
          </p:cNvSpPr>
          <p:nvPr>
            <p:ph type="dt" sz="half" idx="16"/>
          </p:nvPr>
        </p:nvSpPr>
        <p:spPr/>
        <p:txBody>
          <a:bodyPr/>
          <a:lstStyle/>
          <a:p>
            <a:fld id="{A6261448-4908-0A47-BB1E-F6B7BED9DDE3}" type="datetime1">
              <a:rPr lang="en-US" smtClean="0"/>
              <a:t>7/16/2026</a:t>
            </a:fld>
            <a:endParaRPr lang="en-US"/>
          </a:p>
        </p:txBody>
      </p:sp>
      <p:sp>
        <p:nvSpPr>
          <p:cNvPr id="5" name="Slide Number Placeholder 4">
            <a:extLst>
              <a:ext uri="{FF2B5EF4-FFF2-40B4-BE49-F238E27FC236}">
                <a16:creationId xmlns:a16="http://schemas.microsoft.com/office/drawing/2014/main" id="{E33B3FA2-A8FD-6297-22D8-5014419EBEA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3013135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pic>
        <p:nvPicPr>
          <p:cNvPr id="15" name="Picture 14" descr="A blue and pink background&#10;&#10;AI-generated content may be incorrect.">
            <a:extLst>
              <a:ext uri="{FF2B5EF4-FFF2-40B4-BE49-F238E27FC236}">
                <a16:creationId xmlns:a16="http://schemas.microsoft.com/office/drawing/2014/main" id="{28646D54-8A43-A2E9-D6C2-B05BA88192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952" cy="6856285"/>
          </a:xfrm>
          <a:prstGeom prst="rect">
            <a:avLst/>
          </a:prstGeom>
        </p:spPr>
      </p:pic>
      <p:sp>
        <p:nvSpPr>
          <p:cNvPr id="7" name="Graphic 3">
            <a:extLst>
              <a:ext uri="{FF2B5EF4-FFF2-40B4-BE49-F238E27FC236}">
                <a16:creationId xmlns:a16="http://schemas.microsoft.com/office/drawing/2014/main" id="{017BF504-9DEC-0719-1E19-51CE27348830}"/>
              </a:ext>
            </a:extLst>
          </p:cNvPr>
          <p:cNvSpPr/>
          <p:nvPr/>
        </p:nvSpPr>
        <p:spPr>
          <a:xfrm>
            <a:off x="1537" y="5315"/>
            <a:ext cx="12185639" cy="6851669"/>
          </a:xfrm>
          <a:custGeom>
            <a:avLst/>
            <a:gdLst>
              <a:gd name="connsiteX0" fmla="*/ 12185639 w 12185639"/>
              <a:gd name="connsiteY0" fmla="*/ 6851669 h 6851669"/>
              <a:gd name="connsiteX1" fmla="*/ 0 w 12185639"/>
              <a:gd name="connsiteY1" fmla="*/ 6851669 h 6851669"/>
              <a:gd name="connsiteX2" fmla="*/ 0 w 12185639"/>
              <a:gd name="connsiteY2" fmla="*/ 0 h 6851669"/>
              <a:gd name="connsiteX3" fmla="*/ 12185639 w 12185639"/>
              <a:gd name="connsiteY3" fmla="*/ 0 h 6851669"/>
              <a:gd name="connsiteX4" fmla="*/ 12185639 w 12185639"/>
              <a:gd name="connsiteY4" fmla="*/ 6851669 h 6851669"/>
              <a:gd name="connsiteX5" fmla="*/ 501389 w 12185639"/>
              <a:gd name="connsiteY5" fmla="*/ 152259 h 6851669"/>
              <a:gd name="connsiteX6" fmla="*/ 152321 w 12185639"/>
              <a:gd name="connsiteY6" fmla="*/ 501186 h 6851669"/>
              <a:gd name="connsiteX7" fmla="*/ 152321 w 12185639"/>
              <a:gd name="connsiteY7" fmla="*/ 6350484 h 6851669"/>
              <a:gd name="connsiteX8" fmla="*/ 501389 w 12185639"/>
              <a:gd name="connsiteY8" fmla="*/ 6699410 h 6851669"/>
              <a:gd name="connsiteX9" fmla="*/ 11684250 w 12185639"/>
              <a:gd name="connsiteY9" fmla="*/ 6699410 h 6851669"/>
              <a:gd name="connsiteX10" fmla="*/ 12033319 w 12185639"/>
              <a:gd name="connsiteY10" fmla="*/ 6350484 h 6851669"/>
              <a:gd name="connsiteX11" fmla="*/ 12033319 w 12185639"/>
              <a:gd name="connsiteY11" fmla="*/ 1042531 h 6851669"/>
              <a:gd name="connsiteX12" fmla="*/ 11684250 w 12185639"/>
              <a:gd name="connsiteY12" fmla="*/ 693604 h 6851669"/>
              <a:gd name="connsiteX13" fmla="*/ 6363626 w 12185639"/>
              <a:gd name="connsiteY13" fmla="*/ 693604 h 6851669"/>
              <a:gd name="connsiteX14" fmla="*/ 6092914 w 12185639"/>
              <a:gd name="connsiteY14" fmla="*/ 429920 h 6851669"/>
              <a:gd name="connsiteX15" fmla="*/ 6092743 w 12185639"/>
              <a:gd name="connsiteY15" fmla="*/ 415943 h 6851669"/>
              <a:gd name="connsiteX16" fmla="*/ 5822044 w 12185639"/>
              <a:gd name="connsiteY16" fmla="*/ 152259 h 6851669"/>
              <a:gd name="connsiteX17" fmla="*/ 501389 w 12185639"/>
              <a:gd name="connsiteY17" fmla="*/ 152259 h 685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85639" h="6851669">
                <a:moveTo>
                  <a:pt x="12185639" y="6851669"/>
                </a:moveTo>
                <a:lnTo>
                  <a:pt x="0" y="6851669"/>
                </a:lnTo>
                <a:lnTo>
                  <a:pt x="0" y="0"/>
                </a:lnTo>
                <a:lnTo>
                  <a:pt x="12185639" y="0"/>
                </a:lnTo>
                <a:lnTo>
                  <a:pt x="12185639" y="6851669"/>
                </a:lnTo>
                <a:close/>
                <a:moveTo>
                  <a:pt x="501389" y="152259"/>
                </a:moveTo>
                <a:cubicBezTo>
                  <a:pt x="308604" y="152259"/>
                  <a:pt x="152321" y="308479"/>
                  <a:pt x="152321" y="501186"/>
                </a:cubicBezTo>
                <a:lnTo>
                  <a:pt x="152321" y="6350484"/>
                </a:lnTo>
                <a:cubicBezTo>
                  <a:pt x="152321" y="6543154"/>
                  <a:pt x="308604" y="6699410"/>
                  <a:pt x="501389" y="6699410"/>
                </a:cubicBezTo>
                <a:lnTo>
                  <a:pt x="11684250" y="6699410"/>
                </a:lnTo>
                <a:cubicBezTo>
                  <a:pt x="11877063" y="6699410"/>
                  <a:pt x="12033319" y="6543154"/>
                  <a:pt x="12033319" y="6350484"/>
                </a:cubicBezTo>
                <a:lnTo>
                  <a:pt x="12033319" y="1042531"/>
                </a:lnTo>
                <a:cubicBezTo>
                  <a:pt x="12033319" y="849822"/>
                  <a:pt x="11877063" y="693604"/>
                  <a:pt x="11684250" y="693604"/>
                </a:cubicBezTo>
                <a:lnTo>
                  <a:pt x="6363626" y="693604"/>
                </a:lnTo>
                <a:cubicBezTo>
                  <a:pt x="6216396" y="693604"/>
                  <a:pt x="6096621" y="576178"/>
                  <a:pt x="6092914" y="429920"/>
                </a:cubicBezTo>
                <a:lnTo>
                  <a:pt x="6092743" y="415943"/>
                </a:lnTo>
                <a:cubicBezTo>
                  <a:pt x="6089030" y="269684"/>
                  <a:pt x="5969255" y="152259"/>
                  <a:pt x="5822044" y="152259"/>
                </a:cubicBezTo>
                <a:lnTo>
                  <a:pt x="501389" y="152259"/>
                </a:lnTo>
                <a:close/>
              </a:path>
            </a:pathLst>
          </a:custGeom>
          <a:solidFill>
            <a:schemeClr val="bg1"/>
          </a:solidFill>
          <a:ln w="6347" cap="flat">
            <a:noFill/>
            <a:prstDash val="solid"/>
            <a:miter/>
          </a:ln>
        </p:spPr>
        <p:txBody>
          <a:bodyPr rtlCol="0" anchor="ctr"/>
          <a:lstStyle/>
          <a:p>
            <a:endParaRPr lang="en-US"/>
          </a:p>
        </p:txBody>
      </p:sp>
      <p:sp>
        <p:nvSpPr>
          <p:cNvPr id="8" name="Title 1">
            <a:extLst>
              <a:ext uri="{FF2B5EF4-FFF2-40B4-BE49-F238E27FC236}">
                <a16:creationId xmlns:a16="http://schemas.microsoft.com/office/drawing/2014/main" id="{AAA6AA80-3C0A-7F94-0F87-BBBE96ADFF68}"/>
              </a:ext>
            </a:extLst>
          </p:cNvPr>
          <p:cNvSpPr>
            <a:spLocks noGrp="1"/>
          </p:cNvSpPr>
          <p:nvPr>
            <p:ph type="ctrTitle" hasCustomPrompt="1"/>
          </p:nvPr>
        </p:nvSpPr>
        <p:spPr>
          <a:xfrm>
            <a:off x="609600" y="1600200"/>
            <a:ext cx="10058400" cy="4572000"/>
          </a:xfrm>
        </p:spPr>
        <p:txBody>
          <a:bodyPr vert="horz" lIns="91440" tIns="45720" rIns="91440" bIns="45720" rtlCol="0" anchor="b">
            <a:normAutofit/>
          </a:bodyPr>
          <a:lstStyle>
            <a:lvl1pPr>
              <a:lnSpc>
                <a:spcPct val="75000"/>
              </a:lnSpc>
              <a:defRPr lang="en-US" sz="8600" cap="none" baseline="0" dirty="0">
                <a:solidFill>
                  <a:schemeClr val="tx1"/>
                </a:solidFill>
              </a:defRPr>
            </a:lvl1pPr>
          </a:lstStyle>
          <a:p>
            <a:pPr lvl="0"/>
            <a:r>
              <a:rPr lang="en-US"/>
              <a:t>Section Header</a:t>
            </a:r>
          </a:p>
        </p:txBody>
      </p:sp>
      <p:sp>
        <p:nvSpPr>
          <p:cNvPr id="6" name="Footer Placeholder 10">
            <a:extLst>
              <a:ext uri="{FF2B5EF4-FFF2-40B4-BE49-F238E27FC236}">
                <a16:creationId xmlns:a16="http://schemas.microsoft.com/office/drawing/2014/main" id="{5FC6C00E-827D-90CD-FFF6-1EF511FD6F2B}"/>
              </a:ext>
            </a:extLst>
          </p:cNvPr>
          <p:cNvSpPr>
            <a:spLocks noGrp="1"/>
          </p:cNvSpPr>
          <p:nvPr>
            <p:ph type="ftr" sz="quarter" idx="11"/>
          </p:nvPr>
        </p:nvSpPr>
        <p:spPr>
          <a:xfrm>
            <a:off x="6280176" y="152400"/>
            <a:ext cx="3200400" cy="365125"/>
          </a:xfrm>
        </p:spPr>
        <p:txBody>
          <a:bodyPr/>
          <a:lstStyle>
            <a:lvl1pPr>
              <a:defRPr>
                <a:solidFill>
                  <a:schemeClr val="tx1"/>
                </a:solidFill>
              </a:defRPr>
            </a:lvl1pPr>
          </a:lstStyle>
          <a:p>
            <a:r>
              <a:rPr lang="en-US"/>
              <a:t>Sample Footer Text</a:t>
            </a:r>
            <a:endParaRPr lang="en-US">
              <a:solidFill>
                <a:schemeClr val="tx1"/>
              </a:solidFill>
            </a:endParaRPr>
          </a:p>
        </p:txBody>
      </p:sp>
      <p:sp>
        <p:nvSpPr>
          <p:cNvPr id="5" name="Date Placeholder 5">
            <a:extLst>
              <a:ext uri="{FF2B5EF4-FFF2-40B4-BE49-F238E27FC236}">
                <a16:creationId xmlns:a16="http://schemas.microsoft.com/office/drawing/2014/main" id="{1C8E1852-313B-67B6-28F9-5F38A94B1E81}"/>
              </a:ext>
            </a:extLst>
          </p:cNvPr>
          <p:cNvSpPr>
            <a:spLocks noGrp="1"/>
          </p:cNvSpPr>
          <p:nvPr>
            <p:ph type="dt" sz="half" idx="10"/>
          </p:nvPr>
        </p:nvSpPr>
        <p:spPr>
          <a:xfrm>
            <a:off x="9531099" y="152400"/>
            <a:ext cx="1800171" cy="365125"/>
          </a:xfrm>
        </p:spPr>
        <p:txBody>
          <a:bodyPr/>
          <a:lstStyle>
            <a:lvl1pPr>
              <a:defRPr>
                <a:solidFill>
                  <a:schemeClr val="tx1"/>
                </a:solidFill>
              </a:defRPr>
            </a:lvl1pPr>
          </a:lstStyle>
          <a:p>
            <a:fld id="{52EC4BBC-FFA2-B54E-847D-F2577F1B8D0A}" type="datetime1">
              <a:rPr lang="en-US" smtClean="0"/>
              <a:pPr/>
              <a:t>7/16/2026</a:t>
            </a:fld>
            <a:endParaRPr lang="en-US"/>
          </a:p>
        </p:txBody>
      </p:sp>
      <p:sp>
        <p:nvSpPr>
          <p:cNvPr id="9" name="Slide Number Placeholder 11">
            <a:extLst>
              <a:ext uri="{FF2B5EF4-FFF2-40B4-BE49-F238E27FC236}">
                <a16:creationId xmlns:a16="http://schemas.microsoft.com/office/drawing/2014/main" id="{9F6C9A12-D05B-EE84-C2D4-548E5E2732E2}"/>
              </a:ext>
            </a:extLst>
          </p:cNvPr>
          <p:cNvSpPr>
            <a:spLocks noGrp="1"/>
          </p:cNvSpPr>
          <p:nvPr>
            <p:ph type="sldNum" sz="quarter" idx="12"/>
          </p:nvPr>
        </p:nvSpPr>
        <p:spPr>
          <a:xfrm>
            <a:off x="11381793" y="15240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955625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pic>
        <p:nvPicPr>
          <p:cNvPr id="14" name="Picture 13" descr="A blurry image of a blue and pink color&#10;&#10;AI-generated content may be incorrect.">
            <a:extLst>
              <a:ext uri="{FF2B5EF4-FFF2-40B4-BE49-F238E27FC236}">
                <a16:creationId xmlns:a16="http://schemas.microsoft.com/office/drawing/2014/main" id="{E8AEC1E5-A1B0-5F0D-7E91-B99164B66A2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952" cy="6856285"/>
          </a:xfrm>
          <a:prstGeom prst="rect">
            <a:avLst/>
          </a:prstGeom>
        </p:spPr>
      </p:pic>
      <p:sp>
        <p:nvSpPr>
          <p:cNvPr id="4" name="Title 1">
            <a:extLst>
              <a:ext uri="{FF2B5EF4-FFF2-40B4-BE49-F238E27FC236}">
                <a16:creationId xmlns:a16="http://schemas.microsoft.com/office/drawing/2014/main" id="{1AC02B19-E76A-5F06-CC78-E185C785940F}"/>
              </a:ext>
            </a:extLst>
          </p:cNvPr>
          <p:cNvSpPr>
            <a:spLocks noGrp="1"/>
          </p:cNvSpPr>
          <p:nvPr>
            <p:ph type="ctrTitle" hasCustomPrompt="1"/>
          </p:nvPr>
        </p:nvSpPr>
        <p:spPr>
          <a:xfrm>
            <a:off x="381000" y="1600200"/>
            <a:ext cx="11430000" cy="4572000"/>
          </a:xfrm>
        </p:spPr>
        <p:txBody>
          <a:bodyPr vert="horz" lIns="91440" tIns="45720" rIns="91440" bIns="45720" rtlCol="0" anchor="b">
            <a:normAutofit/>
          </a:bodyPr>
          <a:lstStyle>
            <a:lvl1pPr>
              <a:lnSpc>
                <a:spcPct val="75000"/>
              </a:lnSpc>
              <a:defRPr lang="en-US" sz="8600" cap="none" baseline="0" dirty="0">
                <a:solidFill>
                  <a:schemeClr val="tx1"/>
                </a:solidFill>
              </a:defRPr>
            </a:lvl1pPr>
          </a:lstStyle>
          <a:p>
            <a:pPr lvl="0"/>
            <a:r>
              <a:rPr lang="en-US"/>
              <a:t>Section Header</a:t>
            </a:r>
          </a:p>
        </p:txBody>
      </p:sp>
      <p:sp>
        <p:nvSpPr>
          <p:cNvPr id="5" name="Footer Placeholder 4">
            <a:extLst>
              <a:ext uri="{FF2B5EF4-FFF2-40B4-BE49-F238E27FC236}">
                <a16:creationId xmlns:a16="http://schemas.microsoft.com/office/drawing/2014/main" id="{78F6BEA5-7812-E1C8-AD3A-DE3629179E0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A3B1F3F-0C8E-5A7A-475A-00F1006A7B31}"/>
              </a:ext>
            </a:extLst>
          </p:cNvPr>
          <p:cNvSpPr>
            <a:spLocks noGrp="1"/>
          </p:cNvSpPr>
          <p:nvPr>
            <p:ph type="dt" sz="half" idx="10"/>
          </p:nvPr>
        </p:nvSpPr>
        <p:spPr/>
        <p:txBody>
          <a:bodyPr/>
          <a:lstStyle>
            <a:lvl1pPr>
              <a:defRPr>
                <a:solidFill>
                  <a:schemeClr val="tx1"/>
                </a:solidFill>
              </a:defRPr>
            </a:lvl1pPr>
          </a:lstStyle>
          <a:p>
            <a:fld id="{5E18E063-8567-3D4A-98A7-68096F5E3E81}" type="datetime1">
              <a:rPr lang="en-US" smtClean="0"/>
              <a:pPr/>
              <a:t>7/16/2026</a:t>
            </a:fld>
            <a:endParaRPr lang="en-US"/>
          </a:p>
        </p:txBody>
      </p:sp>
      <p:sp>
        <p:nvSpPr>
          <p:cNvPr id="6" name="Slide Number Placeholder 5">
            <a:extLst>
              <a:ext uri="{FF2B5EF4-FFF2-40B4-BE49-F238E27FC236}">
                <a16:creationId xmlns:a16="http://schemas.microsoft.com/office/drawing/2014/main" id="{9435B1E7-7CF5-B0DF-C56E-203939E591D7}"/>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8757868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01A1411-1618-7B55-6F05-E4292F281DE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Graphic 7">
            <a:extLst>
              <a:ext uri="{FF2B5EF4-FFF2-40B4-BE49-F238E27FC236}">
                <a16:creationId xmlns:a16="http://schemas.microsoft.com/office/drawing/2014/main" id="{FC3F75D9-C1DA-5E09-7705-E8EDCDDEEF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a:off x="0" y="0"/>
            <a:ext cx="12192000" cy="6858000"/>
          </a:xfrm>
          <a:prstGeom prst="rect">
            <a:avLst/>
          </a:prstGeom>
        </p:spPr>
      </p:pic>
      <p:sp>
        <p:nvSpPr>
          <p:cNvPr id="9" name="Title 1">
            <a:extLst>
              <a:ext uri="{FF2B5EF4-FFF2-40B4-BE49-F238E27FC236}">
                <a16:creationId xmlns:a16="http://schemas.microsoft.com/office/drawing/2014/main" id="{61423BE9-C6AD-3608-7312-55246E016EAA}"/>
              </a:ext>
            </a:extLst>
          </p:cNvPr>
          <p:cNvSpPr>
            <a:spLocks noGrp="1"/>
          </p:cNvSpPr>
          <p:nvPr>
            <p:ph type="title"/>
          </p:nvPr>
        </p:nvSpPr>
        <p:spPr>
          <a:xfrm>
            <a:off x="609600" y="685800"/>
            <a:ext cx="6629400" cy="1681218"/>
          </a:xfrm>
        </p:spPr>
        <p:txBody>
          <a:bodyPr anchor="t">
            <a:normAutofit/>
          </a:bodyPr>
          <a:lstStyle>
            <a:lvl1pPr>
              <a:defRPr sz="6800">
                <a:solidFill>
                  <a:schemeClr val="tx1"/>
                </a:solidFill>
              </a:defRPr>
            </a:lvl1pPr>
          </a:lstStyle>
          <a:p>
            <a:r>
              <a:rPr lang="en-US"/>
              <a:t>Click to edit Master title style</a:t>
            </a:r>
          </a:p>
        </p:txBody>
      </p:sp>
      <p:sp>
        <p:nvSpPr>
          <p:cNvPr id="13" name="Content Placeholder 6">
            <a:extLst>
              <a:ext uri="{FF2B5EF4-FFF2-40B4-BE49-F238E27FC236}">
                <a16:creationId xmlns:a16="http://schemas.microsoft.com/office/drawing/2014/main" id="{4DB465B5-8C64-384F-7DC0-7C2D1C976108}"/>
              </a:ext>
            </a:extLst>
          </p:cNvPr>
          <p:cNvSpPr>
            <a:spLocks noGrp="1"/>
          </p:cNvSpPr>
          <p:nvPr>
            <p:ph sz="quarter" idx="13"/>
          </p:nvPr>
        </p:nvSpPr>
        <p:spPr>
          <a:xfrm>
            <a:off x="609601" y="2514600"/>
            <a:ext cx="7086599" cy="3463314"/>
          </a:xfrm>
        </p:spPr>
        <p:txBody>
          <a:bodyPr>
            <a:normAutofit/>
          </a:bodyPr>
          <a:lstStyle>
            <a:lvl1pPr marL="457200" indent="-457200">
              <a:buFont typeface="+mj-lt"/>
              <a:buAutoNum type="arabicPeriod"/>
              <a:defRPr sz="1800">
                <a:solidFill>
                  <a:schemeClr val="tx1"/>
                </a:solidFill>
              </a:defRPr>
            </a:lvl1pPr>
            <a:lvl2pPr marL="685800" indent="-457200">
              <a:buFont typeface="+mj-lt"/>
              <a:buAutoNum type="arabicPeriod"/>
              <a:defRPr sz="1600">
                <a:solidFill>
                  <a:schemeClr val="tx1"/>
                </a:solidFill>
              </a:defRPr>
            </a:lvl2pPr>
            <a:lvl3pPr marL="800100" indent="-342900">
              <a:buFont typeface="+mj-lt"/>
              <a:buAutoNum type="arabicPeriod"/>
              <a:defRPr sz="1400">
                <a:solidFill>
                  <a:schemeClr val="tx1"/>
                </a:solidFill>
              </a:defRPr>
            </a:lvl3pPr>
            <a:lvl4pPr marL="1028700" indent="-342900">
              <a:buFont typeface="+mj-lt"/>
              <a:buAutoNum type="arabicPeriod"/>
              <a:defRPr sz="1400">
                <a:solidFill>
                  <a:schemeClr val="tx1"/>
                </a:solidFill>
              </a:defRPr>
            </a:lvl4pPr>
            <a:lvl5pPr marL="1257300" indent="-342900">
              <a:buFont typeface="+mj-lt"/>
              <a:buAutoNum type="arabicPeriod"/>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1998790F-95AF-C438-81C4-A7AFBC618EE3}"/>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99A11A83-974F-916E-4B94-072D216980E7}"/>
              </a:ext>
            </a:extLst>
          </p:cNvPr>
          <p:cNvSpPr>
            <a:spLocks noGrp="1"/>
          </p:cNvSpPr>
          <p:nvPr>
            <p:ph type="dt" sz="half" idx="14"/>
          </p:nvPr>
        </p:nvSpPr>
        <p:spPr/>
        <p:txBody>
          <a:bodyPr/>
          <a:lstStyle>
            <a:lvl1pPr>
              <a:defRPr>
                <a:solidFill>
                  <a:schemeClr val="tx1"/>
                </a:solidFill>
              </a:defRPr>
            </a:lvl1pPr>
          </a:lstStyle>
          <a:p>
            <a:fld id="{48F1EE65-9B75-D34D-9F02-D2E3965E0F0C}" type="datetime1">
              <a:rPr lang="en-US" smtClean="0"/>
              <a:t>7/16/2026</a:t>
            </a:fld>
            <a:endParaRPr lang="en-US"/>
          </a:p>
        </p:txBody>
      </p:sp>
      <p:sp>
        <p:nvSpPr>
          <p:cNvPr id="4" name="Slide Number Placeholder 3">
            <a:extLst>
              <a:ext uri="{FF2B5EF4-FFF2-40B4-BE49-F238E27FC236}">
                <a16:creationId xmlns:a16="http://schemas.microsoft.com/office/drawing/2014/main" id="{A5B9FFFF-03A0-FB05-6654-69512558AAE7}"/>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3266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bg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295885B-1DD3-9A2F-6CE5-85B63AC5CD9F}"/>
              </a:ext>
            </a:extLst>
          </p:cNvPr>
          <p:cNvSpPr>
            <a:spLocks noGrp="1"/>
          </p:cNvSpPr>
          <p:nvPr>
            <p:ph type="title"/>
          </p:nvPr>
        </p:nvSpPr>
        <p:spPr>
          <a:xfrm>
            <a:off x="381000" y="4343400"/>
            <a:ext cx="4800599" cy="2133600"/>
          </a:xfrm>
        </p:spPr>
        <p:txBody>
          <a:bodyPr anchor="b">
            <a:normAutofit/>
          </a:bodyPr>
          <a:lstStyle>
            <a:lvl1pPr>
              <a:defRPr sz="7200"/>
            </a:lvl1pPr>
          </a:lstStyle>
          <a:p>
            <a:r>
              <a:rPr lang="en-US"/>
              <a:t>Click to edit Master title style</a:t>
            </a:r>
          </a:p>
        </p:txBody>
      </p:sp>
      <p:sp>
        <p:nvSpPr>
          <p:cNvPr id="6" name="Picture Placeholder 34">
            <a:extLst>
              <a:ext uri="{FF2B5EF4-FFF2-40B4-BE49-F238E27FC236}">
                <a16:creationId xmlns:a16="http://schemas.microsoft.com/office/drawing/2014/main" id="{41D936BB-D3BE-42B9-6F9B-0D898AFA4EC9}"/>
              </a:ext>
            </a:extLst>
          </p:cNvPr>
          <p:cNvSpPr>
            <a:spLocks noGrp="1"/>
          </p:cNvSpPr>
          <p:nvPr>
            <p:ph type="pic" sz="quarter" idx="14"/>
          </p:nvPr>
        </p:nvSpPr>
        <p:spPr>
          <a:xfrm>
            <a:off x="152400" y="152400"/>
            <a:ext cx="11887200" cy="3733798"/>
          </a:xfrm>
          <a:custGeom>
            <a:avLst/>
            <a:gdLst>
              <a:gd name="connsiteX0" fmla="*/ 349240 w 11887200"/>
              <a:gd name="connsiteY0" fmla="*/ 0 h 3733798"/>
              <a:gd name="connsiteX1" fmla="*/ 11537960 w 11887200"/>
              <a:gd name="connsiteY1" fmla="*/ 0 h 3733798"/>
              <a:gd name="connsiteX2" fmla="*/ 11608344 w 11887200"/>
              <a:gd name="connsiteY2" fmla="*/ 7095 h 3733798"/>
              <a:gd name="connsiteX3" fmla="*/ 11887200 w 11887200"/>
              <a:gd name="connsiteY3" fmla="*/ 349249 h 3733798"/>
              <a:gd name="connsiteX4" fmla="*/ 11887200 w 11887200"/>
              <a:gd name="connsiteY4" fmla="*/ 2021400 h 3733798"/>
              <a:gd name="connsiteX5" fmla="*/ 11537950 w 11887200"/>
              <a:gd name="connsiteY5" fmla="*/ 2370650 h 3733798"/>
              <a:gd name="connsiteX6" fmla="*/ 5378450 w 11887200"/>
              <a:gd name="connsiteY6" fmla="*/ 2370650 h 3733798"/>
              <a:gd name="connsiteX7" fmla="*/ 5029200 w 11887200"/>
              <a:gd name="connsiteY7" fmla="*/ 2719900 h 3733798"/>
              <a:gd name="connsiteX8" fmla="*/ 5029200 w 11887200"/>
              <a:gd name="connsiteY8" fmla="*/ 3384548 h 3733798"/>
              <a:gd name="connsiteX9" fmla="*/ 4679950 w 11887200"/>
              <a:gd name="connsiteY9" fmla="*/ 3733798 h 3733798"/>
              <a:gd name="connsiteX10" fmla="*/ 349250 w 11887200"/>
              <a:gd name="connsiteY10" fmla="*/ 3733798 h 3733798"/>
              <a:gd name="connsiteX11" fmla="*/ 0 w 11887200"/>
              <a:gd name="connsiteY11" fmla="*/ 3384548 h 3733798"/>
              <a:gd name="connsiteX12" fmla="*/ 0 w 11887200"/>
              <a:gd name="connsiteY12" fmla="*/ 349249 h 3733798"/>
              <a:gd name="connsiteX13" fmla="*/ 278864 w 11887200"/>
              <a:gd name="connsiteY13" fmla="*/ 7095 h 373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87200" h="3733798">
                <a:moveTo>
                  <a:pt x="349240" y="0"/>
                </a:moveTo>
                <a:lnTo>
                  <a:pt x="11537960" y="0"/>
                </a:lnTo>
                <a:lnTo>
                  <a:pt x="11608344" y="7095"/>
                </a:lnTo>
                <a:cubicBezTo>
                  <a:pt x="11767505" y="39661"/>
                  <a:pt x="11887200" y="180474"/>
                  <a:pt x="11887200" y="349249"/>
                </a:cubicBezTo>
                <a:lnTo>
                  <a:pt x="11887200" y="2021400"/>
                </a:lnTo>
                <a:cubicBezTo>
                  <a:pt x="11887200" y="2214288"/>
                  <a:pt x="11730863" y="2370650"/>
                  <a:pt x="11537950" y="2370650"/>
                </a:cubicBezTo>
                <a:lnTo>
                  <a:pt x="5378450" y="2370650"/>
                </a:lnTo>
                <a:cubicBezTo>
                  <a:pt x="5185563" y="2370650"/>
                  <a:pt x="5029200" y="2527013"/>
                  <a:pt x="5029200" y="2719900"/>
                </a:cubicBezTo>
                <a:lnTo>
                  <a:pt x="5029200" y="3384548"/>
                </a:lnTo>
                <a:cubicBezTo>
                  <a:pt x="5029200" y="3577436"/>
                  <a:pt x="4872838" y="3733798"/>
                  <a:pt x="4679950" y="3733798"/>
                </a:cubicBezTo>
                <a:lnTo>
                  <a:pt x="349250" y="3733798"/>
                </a:lnTo>
                <a:cubicBezTo>
                  <a:pt x="156364" y="3733798"/>
                  <a:pt x="0" y="3577436"/>
                  <a:pt x="0" y="3384548"/>
                </a:cubicBezTo>
                <a:lnTo>
                  <a:pt x="0" y="349249"/>
                </a:lnTo>
                <a:cubicBezTo>
                  <a:pt x="0" y="180474"/>
                  <a:pt x="119716" y="39661"/>
                  <a:pt x="278864" y="7095"/>
                </a:cubicBezTo>
                <a:close/>
              </a:path>
            </a:pathLst>
          </a:custGeom>
          <a:blipFill>
            <a:blip r:embed="rId2">
              <a:alphaModFix amt="60000"/>
            </a:blip>
            <a:stretch>
              <a:fillRect/>
            </a:stretch>
          </a:blipFill>
        </p:spPr>
        <p:txBody>
          <a:bodyPr wrap="square">
            <a:noAutofit/>
          </a:bodyPr>
          <a:lstStyle/>
          <a:p>
            <a:endParaRPr lang="en-US"/>
          </a:p>
        </p:txBody>
      </p:sp>
      <p:sp>
        <p:nvSpPr>
          <p:cNvPr id="9" name="Content Placeholder 6">
            <a:extLst>
              <a:ext uri="{FF2B5EF4-FFF2-40B4-BE49-F238E27FC236}">
                <a16:creationId xmlns:a16="http://schemas.microsoft.com/office/drawing/2014/main" id="{97E45652-0A6C-4552-E12E-94E6B8CAAC7E}"/>
              </a:ext>
            </a:extLst>
          </p:cNvPr>
          <p:cNvSpPr>
            <a:spLocks noGrp="1"/>
          </p:cNvSpPr>
          <p:nvPr>
            <p:ph sz="quarter" idx="13"/>
          </p:nvPr>
        </p:nvSpPr>
        <p:spPr>
          <a:xfrm>
            <a:off x="5588000" y="2895600"/>
            <a:ext cx="6223000" cy="3267456"/>
          </a:xfrm>
        </p:spPr>
        <p:txBody>
          <a:bodyPr>
            <a:normAutofit/>
          </a:bodyPr>
          <a:lstStyle>
            <a:lvl1pPr marL="457200" indent="-457200">
              <a:buFont typeface="+mj-lt"/>
              <a:buAutoNum type="arabicPeriod"/>
              <a:defRPr sz="1800"/>
            </a:lvl1pPr>
            <a:lvl2pPr marL="571500" indent="-3429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0F8B1980-1174-ED0C-7D2B-3C8E19442F88}"/>
              </a:ext>
            </a:extLst>
          </p:cNvPr>
          <p:cNvSpPr>
            <a:spLocks noGrp="1"/>
          </p:cNvSpPr>
          <p:nvPr>
            <p:ph type="ftr" sz="quarter" idx="16"/>
          </p:nvPr>
        </p:nvSpPr>
        <p:spPr>
          <a:xfrm>
            <a:off x="5588000" y="6347057"/>
            <a:ext cx="3200400" cy="365125"/>
          </a:xfrm>
        </p:spPr>
        <p:txBody>
          <a:bodyPr/>
          <a:lstStyle/>
          <a:p>
            <a:r>
              <a:rPr lang="en-US"/>
              <a:t>Sample Footer Text</a:t>
            </a:r>
          </a:p>
        </p:txBody>
      </p:sp>
      <p:sp>
        <p:nvSpPr>
          <p:cNvPr id="2" name="Date Placeholder 1">
            <a:extLst>
              <a:ext uri="{FF2B5EF4-FFF2-40B4-BE49-F238E27FC236}">
                <a16:creationId xmlns:a16="http://schemas.microsoft.com/office/drawing/2014/main" id="{0A0E17CE-5CDB-F9B8-508A-EBF750BFDC28}"/>
              </a:ext>
            </a:extLst>
          </p:cNvPr>
          <p:cNvSpPr>
            <a:spLocks noGrp="1"/>
          </p:cNvSpPr>
          <p:nvPr>
            <p:ph type="dt" sz="half" idx="15"/>
          </p:nvPr>
        </p:nvSpPr>
        <p:spPr/>
        <p:txBody>
          <a:bodyPr/>
          <a:lstStyle/>
          <a:p>
            <a:fld id="{BCD35447-68C7-CB49-B79C-2828CACD9C53}" type="datetime1">
              <a:rPr lang="en-US" smtClean="0"/>
              <a:t>7/16/2026</a:t>
            </a:fld>
            <a:endParaRPr lang="en-US"/>
          </a:p>
        </p:txBody>
      </p:sp>
      <p:sp>
        <p:nvSpPr>
          <p:cNvPr id="4" name="Slide Number Placeholder 3">
            <a:extLst>
              <a:ext uri="{FF2B5EF4-FFF2-40B4-BE49-F238E27FC236}">
                <a16:creationId xmlns:a16="http://schemas.microsoft.com/office/drawing/2014/main" id="{7F65A623-B0CB-DF72-7154-FAA599F2E10F}"/>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5821053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133FF05-3096-7497-FA8D-28733AAE75DC}"/>
              </a:ext>
            </a:extLst>
          </p:cNvPr>
          <p:cNvSpPr>
            <a:spLocks noGrp="1"/>
          </p:cNvSpPr>
          <p:nvPr>
            <p:ph type="title"/>
          </p:nvPr>
        </p:nvSpPr>
        <p:spPr>
          <a:xfrm>
            <a:off x="381002" y="2514601"/>
            <a:ext cx="3200398" cy="3657600"/>
          </a:xfrm>
        </p:spPr>
        <p:txBody>
          <a:bodyPr/>
          <a:lstStyle>
            <a:lvl1pPr>
              <a:defRPr sz="3000"/>
            </a:lvl1pPr>
          </a:lstStyle>
          <a:p>
            <a:r>
              <a:rPr lang="en-US"/>
              <a:t>Click to edit Master title style</a:t>
            </a:r>
          </a:p>
        </p:txBody>
      </p:sp>
      <p:sp>
        <p:nvSpPr>
          <p:cNvPr id="11" name="Content Placeholder 10">
            <a:extLst>
              <a:ext uri="{FF2B5EF4-FFF2-40B4-BE49-F238E27FC236}">
                <a16:creationId xmlns:a16="http://schemas.microsoft.com/office/drawing/2014/main" id="{2B0368EA-7806-3BA9-5570-A5102FE7B940}"/>
              </a:ext>
            </a:extLst>
          </p:cNvPr>
          <p:cNvSpPr>
            <a:spLocks noGrp="1"/>
          </p:cNvSpPr>
          <p:nvPr>
            <p:ph sz="quarter" idx="17"/>
          </p:nvPr>
        </p:nvSpPr>
        <p:spPr>
          <a:xfrm>
            <a:off x="4267200" y="2514600"/>
            <a:ext cx="4572000" cy="228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7FAB1DF-AD2F-4353-402F-94E47EE3D849}"/>
              </a:ext>
            </a:extLst>
          </p:cNvPr>
          <p:cNvSpPr>
            <a:spLocks noGrp="1"/>
          </p:cNvSpPr>
          <p:nvPr>
            <p:ph type="ftr" sz="quarter" idx="15"/>
          </p:nvPr>
        </p:nvSpPr>
        <p:spPr/>
        <p:txBody>
          <a:bodyPr/>
          <a:lstStyle/>
          <a:p>
            <a:r>
              <a:rPr lang="en-US"/>
              <a:t>Sample Footer Text</a:t>
            </a:r>
          </a:p>
        </p:txBody>
      </p:sp>
      <p:sp>
        <p:nvSpPr>
          <p:cNvPr id="3" name="Date Placeholder 2">
            <a:extLst>
              <a:ext uri="{FF2B5EF4-FFF2-40B4-BE49-F238E27FC236}">
                <a16:creationId xmlns:a16="http://schemas.microsoft.com/office/drawing/2014/main" id="{272495CA-89D9-4C74-A72D-AF6B3A8FCF17}"/>
              </a:ext>
            </a:extLst>
          </p:cNvPr>
          <p:cNvSpPr>
            <a:spLocks noGrp="1"/>
          </p:cNvSpPr>
          <p:nvPr>
            <p:ph type="dt" sz="half" idx="14"/>
          </p:nvPr>
        </p:nvSpPr>
        <p:spPr/>
        <p:txBody>
          <a:bodyPr/>
          <a:lstStyle/>
          <a:p>
            <a:fld id="{A3F75FBB-52A4-3947-9071-787C670AA4F3}" type="datetime1">
              <a:rPr lang="en-US" smtClean="0"/>
              <a:t>7/16/2026</a:t>
            </a:fld>
            <a:endParaRPr lang="en-US"/>
          </a:p>
        </p:txBody>
      </p:sp>
      <p:sp>
        <p:nvSpPr>
          <p:cNvPr id="5" name="Slide Number Placeholder 4">
            <a:extLst>
              <a:ext uri="{FF2B5EF4-FFF2-40B4-BE49-F238E27FC236}">
                <a16:creationId xmlns:a16="http://schemas.microsoft.com/office/drawing/2014/main" id="{079898EE-29F5-4EB1-D6B0-7CAEDDFB329B}"/>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3512263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0" y="1600200"/>
            <a:ext cx="3200401" cy="3657600"/>
          </a:xfrm>
          <a:prstGeom prst="rect">
            <a:avLst/>
          </a:prstGeom>
        </p:spPr>
        <p:txBody>
          <a:bodyPr anchor="t">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267200" y="1609344"/>
            <a:ext cx="5029200" cy="36576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E26833A1-CC94-31F8-5C28-FE32A28041F0}"/>
              </a:ext>
            </a:extLst>
          </p:cNvPr>
          <p:cNvSpPr>
            <a:spLocks noGrp="1"/>
          </p:cNvSpPr>
          <p:nvPr>
            <p:ph type="ftr" sz="quarter" idx="15"/>
          </p:nvPr>
        </p:nvSpPr>
        <p:spPr/>
        <p:txBody>
          <a:bodyPr/>
          <a:lstStyle/>
          <a:p>
            <a:r>
              <a:rPr lang="en-US"/>
              <a:t>Sample Footer Text</a:t>
            </a:r>
          </a:p>
        </p:txBody>
      </p:sp>
      <p:sp>
        <p:nvSpPr>
          <p:cNvPr id="3" name="Date Placeholder 2">
            <a:extLst>
              <a:ext uri="{FF2B5EF4-FFF2-40B4-BE49-F238E27FC236}">
                <a16:creationId xmlns:a16="http://schemas.microsoft.com/office/drawing/2014/main" id="{2EDCE220-30D9-99B4-3161-7B7CA3D3A6AA}"/>
              </a:ext>
            </a:extLst>
          </p:cNvPr>
          <p:cNvSpPr>
            <a:spLocks noGrp="1"/>
          </p:cNvSpPr>
          <p:nvPr>
            <p:ph type="dt" sz="half" idx="14"/>
          </p:nvPr>
        </p:nvSpPr>
        <p:spPr/>
        <p:txBody>
          <a:bodyPr/>
          <a:lstStyle/>
          <a:p>
            <a:fld id="{13480301-390C-8846-A6E3-CD2894BE139C}" type="datetime1">
              <a:rPr lang="en-US" smtClean="0"/>
              <a:t>7/16/2026</a:t>
            </a:fld>
            <a:endParaRPr lang="en-US"/>
          </a:p>
        </p:txBody>
      </p:sp>
      <p:sp>
        <p:nvSpPr>
          <p:cNvPr id="5" name="Slide Number Placeholder 4">
            <a:extLst>
              <a:ext uri="{FF2B5EF4-FFF2-40B4-BE49-F238E27FC236}">
                <a16:creationId xmlns:a16="http://schemas.microsoft.com/office/drawing/2014/main" id="{C607D07A-7BD8-5871-3B79-C74FF0E365A6}"/>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8968142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4">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2D2CDB4-A600-5D54-5BE6-1FA4F2A9120B}"/>
              </a:ext>
            </a:extLst>
          </p:cNvPr>
          <p:cNvSpPr>
            <a:spLocks noGrp="1"/>
          </p:cNvSpPr>
          <p:nvPr>
            <p:ph type="title"/>
          </p:nvPr>
        </p:nvSpPr>
        <p:spPr>
          <a:xfrm>
            <a:off x="381000" y="1600200"/>
            <a:ext cx="3215641" cy="3657600"/>
          </a:xfrm>
        </p:spPr>
        <p:txBody>
          <a:bodyPr anchor="t">
            <a:normAutofit/>
          </a:bodyPr>
          <a:lstStyle>
            <a:lvl1pPr>
              <a:defRPr sz="3000"/>
            </a:lvl1pPr>
          </a:lstStyle>
          <a:p>
            <a:r>
              <a:rPr lang="en-US"/>
              <a:t>Click to edit Master title style</a:t>
            </a:r>
          </a:p>
        </p:txBody>
      </p:sp>
      <p:sp>
        <p:nvSpPr>
          <p:cNvPr id="7" name="Content Placeholder 7">
            <a:extLst>
              <a:ext uri="{FF2B5EF4-FFF2-40B4-BE49-F238E27FC236}">
                <a16:creationId xmlns:a16="http://schemas.microsoft.com/office/drawing/2014/main" id="{B283CA2A-27C4-3A5B-CCC8-D39969DABF5D}"/>
              </a:ext>
            </a:extLst>
          </p:cNvPr>
          <p:cNvSpPr>
            <a:spLocks noGrp="1"/>
          </p:cNvSpPr>
          <p:nvPr>
            <p:ph sz="quarter" idx="13"/>
          </p:nvPr>
        </p:nvSpPr>
        <p:spPr>
          <a:xfrm>
            <a:off x="4282441" y="1600200"/>
            <a:ext cx="6842759" cy="32004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E7F66AFF-3304-8CC6-CF56-E7AF712FF1A6}"/>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04CE7806-344D-D45A-FF0A-D6669494DD3E}"/>
              </a:ext>
            </a:extLst>
          </p:cNvPr>
          <p:cNvSpPr>
            <a:spLocks noGrp="1"/>
          </p:cNvSpPr>
          <p:nvPr>
            <p:ph type="dt" sz="half" idx="14"/>
          </p:nvPr>
        </p:nvSpPr>
        <p:spPr/>
        <p:txBody>
          <a:bodyPr/>
          <a:lstStyle/>
          <a:p>
            <a:fld id="{C275CAB1-537D-AB4A-86AF-498D16CC8BFB}" type="datetime1">
              <a:rPr lang="en-US" smtClean="0"/>
              <a:t>7/16/2026</a:t>
            </a:fld>
            <a:endParaRPr lang="en-US"/>
          </a:p>
        </p:txBody>
      </p:sp>
      <p:sp>
        <p:nvSpPr>
          <p:cNvPr id="5" name="Slide Number Placeholder 4">
            <a:extLst>
              <a:ext uri="{FF2B5EF4-FFF2-40B4-BE49-F238E27FC236}">
                <a16:creationId xmlns:a16="http://schemas.microsoft.com/office/drawing/2014/main" id="{BDC48EDA-AD65-3CC6-9DF2-10AAA02ED47E}"/>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651038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B302-0DDD-C18C-0048-1CE0B3F62A0A}"/>
              </a:ext>
            </a:extLst>
          </p:cNvPr>
          <p:cNvSpPr>
            <a:spLocks noGrp="1"/>
          </p:cNvSpPr>
          <p:nvPr>
            <p:ph type="title"/>
          </p:nvPr>
        </p:nvSpPr>
        <p:spPr>
          <a:xfrm>
            <a:off x="381000" y="685800"/>
            <a:ext cx="3215642" cy="4419600"/>
          </a:xfrm>
        </p:spPr>
        <p:txBody>
          <a:bodyPr anchor="t">
            <a:normAutofit/>
          </a:bodyPr>
          <a:lstStyle>
            <a:lvl1pPr>
              <a:defRPr sz="3000"/>
            </a:lvl1pPr>
          </a:lstStyle>
          <a:p>
            <a:r>
              <a:rPr lang="en-US"/>
              <a:t>Click to edit Master title style</a:t>
            </a:r>
          </a:p>
        </p:txBody>
      </p:sp>
      <p:sp>
        <p:nvSpPr>
          <p:cNvPr id="7" name="Content Placeholder 7">
            <a:extLst>
              <a:ext uri="{FF2B5EF4-FFF2-40B4-BE49-F238E27FC236}">
                <a16:creationId xmlns:a16="http://schemas.microsoft.com/office/drawing/2014/main" id="{A4C4BA54-3687-3119-634B-178D88E18F85}"/>
              </a:ext>
            </a:extLst>
          </p:cNvPr>
          <p:cNvSpPr>
            <a:spLocks noGrp="1"/>
          </p:cNvSpPr>
          <p:nvPr>
            <p:ph sz="quarter" idx="13"/>
          </p:nvPr>
        </p:nvSpPr>
        <p:spPr>
          <a:xfrm>
            <a:off x="4288538" y="694944"/>
            <a:ext cx="7522462" cy="4410456"/>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CD00CFD0-8801-A840-8082-92086F7985AC}"/>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581133C8-ACEC-C7FF-8853-AC6AA283473D}"/>
              </a:ext>
            </a:extLst>
          </p:cNvPr>
          <p:cNvSpPr>
            <a:spLocks noGrp="1"/>
          </p:cNvSpPr>
          <p:nvPr>
            <p:ph type="dt" sz="half" idx="14"/>
          </p:nvPr>
        </p:nvSpPr>
        <p:spPr/>
        <p:txBody>
          <a:bodyPr/>
          <a:lstStyle/>
          <a:p>
            <a:fld id="{9C9067C8-B2FA-9242-99D3-2AAAEA57F6E3}" type="datetime1">
              <a:rPr lang="en-US" smtClean="0"/>
              <a:t>7/16/2026</a:t>
            </a:fld>
            <a:endParaRPr lang="en-US"/>
          </a:p>
        </p:txBody>
      </p:sp>
      <p:sp>
        <p:nvSpPr>
          <p:cNvPr id="5" name="Slide Number Placeholder 4">
            <a:extLst>
              <a:ext uri="{FF2B5EF4-FFF2-40B4-BE49-F238E27FC236}">
                <a16:creationId xmlns:a16="http://schemas.microsoft.com/office/drawing/2014/main" id="{76924940-A505-A257-1AC1-04850EB787AF}"/>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630854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6">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0A35C34-6355-27EB-6385-E2E89A9D6C01}"/>
              </a:ext>
            </a:extLst>
          </p:cNvPr>
          <p:cNvSpPr>
            <a:spLocks noGrp="1"/>
          </p:cNvSpPr>
          <p:nvPr>
            <p:ph type="title"/>
          </p:nvPr>
        </p:nvSpPr>
        <p:spPr>
          <a:xfrm>
            <a:off x="381000" y="707549"/>
            <a:ext cx="3200400" cy="2721451"/>
          </a:xfrm>
        </p:spPr>
        <p:txBody>
          <a:bodyPr anchor="t">
            <a:normAutofit/>
          </a:bodyPr>
          <a:lstStyle>
            <a:lvl1pPr>
              <a:defRPr sz="3000"/>
            </a:lvl1pPr>
          </a:lstStyle>
          <a:p>
            <a:r>
              <a:rPr lang="en-US"/>
              <a:t>Click to edit Master title style</a:t>
            </a:r>
          </a:p>
        </p:txBody>
      </p:sp>
      <p:sp>
        <p:nvSpPr>
          <p:cNvPr id="7" name="Content Placeholder 7">
            <a:extLst>
              <a:ext uri="{FF2B5EF4-FFF2-40B4-BE49-F238E27FC236}">
                <a16:creationId xmlns:a16="http://schemas.microsoft.com/office/drawing/2014/main" id="{F8C3733F-A93C-13FB-40FF-0CDAD1C4211A}"/>
              </a:ext>
            </a:extLst>
          </p:cNvPr>
          <p:cNvSpPr>
            <a:spLocks noGrp="1"/>
          </p:cNvSpPr>
          <p:nvPr>
            <p:ph sz="quarter" idx="13"/>
          </p:nvPr>
        </p:nvSpPr>
        <p:spPr>
          <a:xfrm>
            <a:off x="4282441" y="707549"/>
            <a:ext cx="7522459" cy="5159851"/>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AAC85AE-CA6A-7906-52B1-EB20693C2432}"/>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3B3A9F3E-7E0A-8060-1610-7ED0C1A9EDE0}"/>
              </a:ext>
            </a:extLst>
          </p:cNvPr>
          <p:cNvSpPr>
            <a:spLocks noGrp="1"/>
          </p:cNvSpPr>
          <p:nvPr>
            <p:ph type="dt" sz="half" idx="14"/>
          </p:nvPr>
        </p:nvSpPr>
        <p:spPr/>
        <p:txBody>
          <a:bodyPr/>
          <a:lstStyle/>
          <a:p>
            <a:fld id="{F2121301-BC9F-2048-8BD9-9D5533C3FEB8}" type="datetime1">
              <a:rPr lang="en-US" smtClean="0"/>
              <a:t>7/16/2026</a:t>
            </a:fld>
            <a:endParaRPr lang="en-US"/>
          </a:p>
        </p:txBody>
      </p:sp>
      <p:sp>
        <p:nvSpPr>
          <p:cNvPr id="5" name="Slide Number Placeholder 4">
            <a:extLst>
              <a:ext uri="{FF2B5EF4-FFF2-40B4-BE49-F238E27FC236}">
                <a16:creationId xmlns:a16="http://schemas.microsoft.com/office/drawing/2014/main" id="{BF234425-1B9E-3F81-93A7-39A902E41764}"/>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4897060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p:bg>
      <p:bgPr>
        <a:solidFill>
          <a:schemeClr val="bg1"/>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8979546-8117-7386-41D7-A795798E3A36}"/>
              </a:ext>
            </a:extLst>
          </p:cNvPr>
          <p:cNvSpPr>
            <a:spLocks noGrp="1"/>
          </p:cNvSpPr>
          <p:nvPr>
            <p:ph type="title" hasCustomPrompt="1"/>
          </p:nvPr>
        </p:nvSpPr>
        <p:spPr>
          <a:xfrm>
            <a:off x="9067800" y="685800"/>
            <a:ext cx="2743200" cy="1828800"/>
          </a:xfrm>
        </p:spPr>
        <p:txBody>
          <a:bodyPr anchor="t"/>
          <a:lstStyle>
            <a:lvl1pPr>
              <a:defRPr/>
            </a:lvl1pPr>
          </a:lstStyle>
          <a:p>
            <a:r>
              <a:rPr lang="en-US"/>
              <a:t>Click to edit Master title style	</a:t>
            </a:r>
          </a:p>
        </p:txBody>
      </p:sp>
      <p:sp>
        <p:nvSpPr>
          <p:cNvPr id="24" name="Picture Placeholder 23">
            <a:extLst>
              <a:ext uri="{FF2B5EF4-FFF2-40B4-BE49-F238E27FC236}">
                <a16:creationId xmlns:a16="http://schemas.microsoft.com/office/drawing/2014/main" id="{ADE402D3-FE8F-0ECD-D3A6-9A5C54E0AB73}"/>
              </a:ext>
            </a:extLst>
          </p:cNvPr>
          <p:cNvSpPr>
            <a:spLocks noGrp="1"/>
          </p:cNvSpPr>
          <p:nvPr>
            <p:ph type="pic" sz="quarter" idx="15"/>
          </p:nvPr>
        </p:nvSpPr>
        <p:spPr>
          <a:xfrm>
            <a:off x="152401" y="152402"/>
            <a:ext cx="7772400" cy="6553199"/>
          </a:xfrm>
          <a:custGeom>
            <a:avLst/>
            <a:gdLst>
              <a:gd name="connsiteX0" fmla="*/ 349250 w 7772400"/>
              <a:gd name="connsiteY0" fmla="*/ 0 h 6553199"/>
              <a:gd name="connsiteX1" fmla="*/ 7423150 w 7772400"/>
              <a:gd name="connsiteY1" fmla="*/ 0 h 6553199"/>
              <a:gd name="connsiteX2" fmla="*/ 7772400 w 7772400"/>
              <a:gd name="connsiteY2" fmla="*/ 349250 h 6553199"/>
              <a:gd name="connsiteX3" fmla="*/ 7772400 w 7772400"/>
              <a:gd name="connsiteY3" fmla="*/ 6203949 h 6553199"/>
              <a:gd name="connsiteX4" fmla="*/ 7423150 w 7772400"/>
              <a:gd name="connsiteY4" fmla="*/ 6553199 h 6553199"/>
              <a:gd name="connsiteX5" fmla="*/ 4137374 w 7772400"/>
              <a:gd name="connsiteY5" fmla="*/ 6553199 h 6553199"/>
              <a:gd name="connsiteX6" fmla="*/ 3886200 w 7772400"/>
              <a:gd name="connsiteY6" fmla="*/ 6302025 h 6553199"/>
              <a:gd name="connsiteX7" fmla="*/ 3635026 w 7772400"/>
              <a:gd name="connsiteY7" fmla="*/ 6050851 h 6553199"/>
              <a:gd name="connsiteX8" fmla="*/ 349250 w 7772400"/>
              <a:gd name="connsiteY8" fmla="*/ 6050851 h 6553199"/>
              <a:gd name="connsiteX9" fmla="*/ 0 w 7772400"/>
              <a:gd name="connsiteY9" fmla="*/ 5701601 h 6553199"/>
              <a:gd name="connsiteX10" fmla="*/ 0 w 7772400"/>
              <a:gd name="connsiteY10" fmla="*/ 349249 h 6553199"/>
              <a:gd name="connsiteX11" fmla="*/ 349250 w 7772400"/>
              <a:gd name="connsiteY11" fmla="*/ 0 h 6553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00" h="6553199">
                <a:moveTo>
                  <a:pt x="349250" y="0"/>
                </a:moveTo>
                <a:lnTo>
                  <a:pt x="7423150" y="0"/>
                </a:lnTo>
                <a:cubicBezTo>
                  <a:pt x="7616063" y="0"/>
                  <a:pt x="7772400" y="156364"/>
                  <a:pt x="7772400" y="349250"/>
                </a:cubicBezTo>
                <a:lnTo>
                  <a:pt x="7772400" y="6203949"/>
                </a:lnTo>
                <a:cubicBezTo>
                  <a:pt x="7772400" y="6396862"/>
                  <a:pt x="7616063" y="6553199"/>
                  <a:pt x="7423150" y="6553199"/>
                </a:cubicBezTo>
                <a:lnTo>
                  <a:pt x="4137374" y="6553199"/>
                </a:lnTo>
                <a:cubicBezTo>
                  <a:pt x="3998652" y="6553199"/>
                  <a:pt x="3886200" y="6440741"/>
                  <a:pt x="3886200" y="6302025"/>
                </a:cubicBezTo>
                <a:cubicBezTo>
                  <a:pt x="3886200" y="6163303"/>
                  <a:pt x="3773748" y="6050851"/>
                  <a:pt x="3635026" y="6050851"/>
                </a:cubicBezTo>
                <a:lnTo>
                  <a:pt x="349250" y="6050851"/>
                </a:lnTo>
                <a:cubicBezTo>
                  <a:pt x="156364" y="6050851"/>
                  <a:pt x="0" y="5894482"/>
                  <a:pt x="0" y="5701601"/>
                </a:cubicBezTo>
                <a:lnTo>
                  <a:pt x="0" y="349249"/>
                </a:lnTo>
                <a:cubicBezTo>
                  <a:pt x="0" y="156364"/>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3" name="Content Placeholder 2">
            <a:extLst>
              <a:ext uri="{FF2B5EF4-FFF2-40B4-BE49-F238E27FC236}">
                <a16:creationId xmlns:a16="http://schemas.microsoft.com/office/drawing/2014/main" id="{9ED79679-AD22-F26A-8C14-FBF02529B911}"/>
              </a:ext>
            </a:extLst>
          </p:cNvPr>
          <p:cNvSpPr>
            <a:spLocks noGrp="1"/>
          </p:cNvSpPr>
          <p:nvPr>
            <p:ph sz="quarter" idx="19"/>
          </p:nvPr>
        </p:nvSpPr>
        <p:spPr>
          <a:xfrm>
            <a:off x="9067800" y="2697163"/>
            <a:ext cx="2736850" cy="2655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Footer Placeholder 25">
            <a:extLst>
              <a:ext uri="{FF2B5EF4-FFF2-40B4-BE49-F238E27FC236}">
                <a16:creationId xmlns:a16="http://schemas.microsoft.com/office/drawing/2014/main" id="{A481F4D9-6FA4-7B89-81A9-C9BB5487665A}"/>
              </a:ext>
            </a:extLst>
          </p:cNvPr>
          <p:cNvSpPr>
            <a:spLocks noGrp="1"/>
          </p:cNvSpPr>
          <p:nvPr>
            <p:ph type="ftr" sz="quarter" idx="17"/>
          </p:nvPr>
        </p:nvSpPr>
        <p:spPr/>
        <p:txBody>
          <a:bodyPr/>
          <a:lstStyle/>
          <a:p>
            <a:r>
              <a:rPr lang="en-US"/>
              <a:t>Sample Footer Text</a:t>
            </a:r>
          </a:p>
        </p:txBody>
      </p:sp>
      <p:sp>
        <p:nvSpPr>
          <p:cNvPr id="25" name="Date Placeholder 24">
            <a:extLst>
              <a:ext uri="{FF2B5EF4-FFF2-40B4-BE49-F238E27FC236}">
                <a16:creationId xmlns:a16="http://schemas.microsoft.com/office/drawing/2014/main" id="{7BD407AA-757D-81E0-5656-C5362BA1A851}"/>
              </a:ext>
            </a:extLst>
          </p:cNvPr>
          <p:cNvSpPr>
            <a:spLocks noGrp="1"/>
          </p:cNvSpPr>
          <p:nvPr>
            <p:ph type="dt" sz="half" idx="16"/>
          </p:nvPr>
        </p:nvSpPr>
        <p:spPr/>
        <p:txBody>
          <a:bodyPr/>
          <a:lstStyle/>
          <a:p>
            <a:fld id="{B5FC2305-971C-BE4F-9A36-18A81034BC3D}" type="datetime1">
              <a:rPr lang="en-US" smtClean="0"/>
              <a:t>7/16/2026</a:t>
            </a:fld>
            <a:endParaRPr lang="en-US"/>
          </a:p>
        </p:txBody>
      </p:sp>
      <p:sp>
        <p:nvSpPr>
          <p:cNvPr id="27" name="Slide Number Placeholder 26">
            <a:extLst>
              <a:ext uri="{FF2B5EF4-FFF2-40B4-BE49-F238E27FC236}">
                <a16:creationId xmlns:a16="http://schemas.microsoft.com/office/drawing/2014/main" id="{279DE387-22FA-A62E-884D-B1091CE2556B}"/>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8126109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bg>
      <p:bgPr>
        <a:solidFill>
          <a:schemeClr val="bg1"/>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87790CD-F333-C0F1-5656-69C089583951}"/>
              </a:ext>
            </a:extLst>
          </p:cNvPr>
          <p:cNvSpPr>
            <a:spLocks noGrp="1"/>
          </p:cNvSpPr>
          <p:nvPr>
            <p:ph type="title"/>
          </p:nvPr>
        </p:nvSpPr>
        <p:spPr>
          <a:xfrm>
            <a:off x="381000" y="685800"/>
            <a:ext cx="2743200" cy="1828800"/>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FD4E3168-BE46-DD0E-A208-64B0FE6A35EF}"/>
              </a:ext>
            </a:extLst>
          </p:cNvPr>
          <p:cNvSpPr>
            <a:spLocks noGrp="1"/>
          </p:cNvSpPr>
          <p:nvPr>
            <p:ph sz="quarter" idx="19"/>
          </p:nvPr>
        </p:nvSpPr>
        <p:spPr>
          <a:xfrm>
            <a:off x="381000" y="2697163"/>
            <a:ext cx="2743200" cy="2655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7">
            <a:extLst>
              <a:ext uri="{FF2B5EF4-FFF2-40B4-BE49-F238E27FC236}">
                <a16:creationId xmlns:a16="http://schemas.microsoft.com/office/drawing/2014/main" id="{FCF3E2CD-E4FF-604F-C779-35D98A0D9C67}"/>
              </a:ext>
            </a:extLst>
          </p:cNvPr>
          <p:cNvSpPr>
            <a:spLocks noGrp="1"/>
          </p:cNvSpPr>
          <p:nvPr>
            <p:ph type="pic" sz="quarter" idx="15"/>
          </p:nvPr>
        </p:nvSpPr>
        <p:spPr>
          <a:xfrm>
            <a:off x="4267169" y="152402"/>
            <a:ext cx="7772400" cy="6553199"/>
          </a:xfrm>
          <a:custGeom>
            <a:avLst/>
            <a:gdLst>
              <a:gd name="connsiteX0" fmla="*/ 349250 w 7772400"/>
              <a:gd name="connsiteY0" fmla="*/ 0 h 6553199"/>
              <a:gd name="connsiteX1" fmla="*/ 7423150 w 7772400"/>
              <a:gd name="connsiteY1" fmla="*/ 0 h 6553199"/>
              <a:gd name="connsiteX2" fmla="*/ 7772400 w 7772400"/>
              <a:gd name="connsiteY2" fmla="*/ 349249 h 6553199"/>
              <a:gd name="connsiteX3" fmla="*/ 7772400 w 7772400"/>
              <a:gd name="connsiteY3" fmla="*/ 5701601 h 6553199"/>
              <a:gd name="connsiteX4" fmla="*/ 7423150 w 7772400"/>
              <a:gd name="connsiteY4" fmla="*/ 6050851 h 6553199"/>
              <a:gd name="connsiteX5" fmla="*/ 4137374 w 7772400"/>
              <a:gd name="connsiteY5" fmla="*/ 6050851 h 6553199"/>
              <a:gd name="connsiteX6" fmla="*/ 3886200 w 7772400"/>
              <a:gd name="connsiteY6" fmla="*/ 6302025 h 6553199"/>
              <a:gd name="connsiteX7" fmla="*/ 3635026 w 7772400"/>
              <a:gd name="connsiteY7" fmla="*/ 6553199 h 6553199"/>
              <a:gd name="connsiteX8" fmla="*/ 349250 w 7772400"/>
              <a:gd name="connsiteY8" fmla="*/ 6553199 h 6553199"/>
              <a:gd name="connsiteX9" fmla="*/ 0 w 7772400"/>
              <a:gd name="connsiteY9" fmla="*/ 6203949 h 6553199"/>
              <a:gd name="connsiteX10" fmla="*/ 0 w 7772400"/>
              <a:gd name="connsiteY10" fmla="*/ 349250 h 6553199"/>
              <a:gd name="connsiteX11" fmla="*/ 349250 w 7772400"/>
              <a:gd name="connsiteY11" fmla="*/ 0 h 6553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00" h="6553199">
                <a:moveTo>
                  <a:pt x="349250" y="0"/>
                </a:moveTo>
                <a:lnTo>
                  <a:pt x="7423150" y="0"/>
                </a:lnTo>
                <a:cubicBezTo>
                  <a:pt x="7616036" y="0"/>
                  <a:pt x="7772400" y="156364"/>
                  <a:pt x="7772400" y="349249"/>
                </a:cubicBezTo>
                <a:lnTo>
                  <a:pt x="7772400" y="5701601"/>
                </a:lnTo>
                <a:cubicBezTo>
                  <a:pt x="7772400" y="5894482"/>
                  <a:pt x="7616036" y="6050851"/>
                  <a:pt x="7423150" y="6050851"/>
                </a:cubicBezTo>
                <a:lnTo>
                  <a:pt x="4137374" y="6050851"/>
                </a:lnTo>
                <a:cubicBezTo>
                  <a:pt x="3998652" y="6050851"/>
                  <a:pt x="3886200" y="6163303"/>
                  <a:pt x="3886200" y="6302025"/>
                </a:cubicBezTo>
                <a:cubicBezTo>
                  <a:pt x="3886200" y="6440741"/>
                  <a:pt x="3773748" y="6553199"/>
                  <a:pt x="3635026" y="6553199"/>
                </a:cubicBezTo>
                <a:lnTo>
                  <a:pt x="349250" y="6553199"/>
                </a:lnTo>
                <a:cubicBezTo>
                  <a:pt x="156337" y="6553199"/>
                  <a:pt x="0" y="6396862"/>
                  <a:pt x="0" y="6203949"/>
                </a:cubicBezTo>
                <a:lnTo>
                  <a:pt x="0" y="349250"/>
                </a:lnTo>
                <a:cubicBezTo>
                  <a:pt x="0" y="156364"/>
                  <a:pt x="156337" y="0"/>
                  <a:pt x="349250" y="0"/>
                </a:cubicBezTo>
                <a:close/>
              </a:path>
            </a:pathLst>
          </a:custGeom>
          <a:blipFill>
            <a:blip r:embed="rId2">
              <a:alphaModFix amt="60000"/>
            </a:blip>
            <a:stretch>
              <a:fillRect/>
            </a:stretch>
          </a:blipFill>
        </p:spPr>
        <p:txBody>
          <a:bodyPr wrap="square">
            <a:noAutofit/>
          </a:bodyPr>
          <a:lstStyle/>
          <a:p>
            <a:endParaRPr lang="en-US"/>
          </a:p>
        </p:txBody>
      </p:sp>
      <p:sp>
        <p:nvSpPr>
          <p:cNvPr id="20" name="Footer Placeholder 19">
            <a:extLst>
              <a:ext uri="{FF2B5EF4-FFF2-40B4-BE49-F238E27FC236}">
                <a16:creationId xmlns:a16="http://schemas.microsoft.com/office/drawing/2014/main" id="{9C7A36CE-789D-54A7-FBA5-A7874CD124FF}"/>
              </a:ext>
            </a:extLst>
          </p:cNvPr>
          <p:cNvSpPr>
            <a:spLocks noGrp="1"/>
          </p:cNvSpPr>
          <p:nvPr>
            <p:ph type="ftr" sz="quarter" idx="17"/>
          </p:nvPr>
        </p:nvSpPr>
        <p:spPr/>
        <p:txBody>
          <a:bodyPr/>
          <a:lstStyle/>
          <a:p>
            <a:r>
              <a:rPr lang="en-US"/>
              <a:t>Sample Footer Text</a:t>
            </a:r>
          </a:p>
        </p:txBody>
      </p:sp>
      <p:sp>
        <p:nvSpPr>
          <p:cNvPr id="19" name="Date Placeholder 18">
            <a:extLst>
              <a:ext uri="{FF2B5EF4-FFF2-40B4-BE49-F238E27FC236}">
                <a16:creationId xmlns:a16="http://schemas.microsoft.com/office/drawing/2014/main" id="{32C91AF8-BAF4-9A6D-74C4-A3C09EED59CE}"/>
              </a:ext>
            </a:extLst>
          </p:cNvPr>
          <p:cNvSpPr>
            <a:spLocks noGrp="1"/>
          </p:cNvSpPr>
          <p:nvPr>
            <p:ph type="dt" sz="half" idx="16"/>
          </p:nvPr>
        </p:nvSpPr>
        <p:spPr/>
        <p:txBody>
          <a:bodyPr/>
          <a:lstStyle/>
          <a:p>
            <a:fld id="{6FAC4171-8BCA-1740-A615-A2F6C531D1D6}" type="datetime1">
              <a:rPr lang="en-US" smtClean="0"/>
              <a:t>7/16/2026</a:t>
            </a:fld>
            <a:endParaRPr lang="en-US"/>
          </a:p>
        </p:txBody>
      </p:sp>
      <p:sp>
        <p:nvSpPr>
          <p:cNvPr id="21" name="Slide Number Placeholder 20">
            <a:extLst>
              <a:ext uri="{FF2B5EF4-FFF2-40B4-BE49-F238E27FC236}">
                <a16:creationId xmlns:a16="http://schemas.microsoft.com/office/drawing/2014/main" id="{0BCA39C5-9F64-B755-BEB5-B84576E593BB}"/>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5623005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6123794-32E7-D1A7-A06F-935705E38644}"/>
              </a:ext>
            </a:extLst>
          </p:cNvPr>
          <p:cNvSpPr>
            <a:spLocks noGrp="1"/>
          </p:cNvSpPr>
          <p:nvPr>
            <p:ph type="title"/>
          </p:nvPr>
        </p:nvSpPr>
        <p:spPr>
          <a:xfrm>
            <a:off x="381000" y="4380186"/>
            <a:ext cx="2743200" cy="1792014"/>
          </a:xfrm>
        </p:spPr>
        <p:txBody>
          <a:bodyPr anchor="t">
            <a:normAutofit/>
          </a:bodyPr>
          <a:lstStyle>
            <a:lvl1pPr>
              <a:defRPr sz="3000"/>
            </a:lvl1pPr>
          </a:lstStyle>
          <a:p>
            <a:r>
              <a:rPr lang="en-US"/>
              <a:t>Click to edit Master title style</a:t>
            </a:r>
          </a:p>
        </p:txBody>
      </p:sp>
      <p:sp>
        <p:nvSpPr>
          <p:cNvPr id="13" name="Picture Placeholder 12">
            <a:extLst>
              <a:ext uri="{FF2B5EF4-FFF2-40B4-BE49-F238E27FC236}">
                <a16:creationId xmlns:a16="http://schemas.microsoft.com/office/drawing/2014/main" id="{B0404783-A1B8-D809-2811-6EB9AA4C8076}"/>
              </a:ext>
            </a:extLst>
          </p:cNvPr>
          <p:cNvSpPr>
            <a:spLocks noGrp="1"/>
          </p:cNvSpPr>
          <p:nvPr>
            <p:ph type="pic" sz="quarter" idx="19"/>
          </p:nvPr>
        </p:nvSpPr>
        <p:spPr>
          <a:xfrm>
            <a:off x="152400" y="152400"/>
            <a:ext cx="11887200" cy="4188118"/>
          </a:xfrm>
          <a:custGeom>
            <a:avLst/>
            <a:gdLst>
              <a:gd name="connsiteX0" fmla="*/ 283883 w 11887200"/>
              <a:gd name="connsiteY0" fmla="*/ 0 h 4188118"/>
              <a:gd name="connsiteX1" fmla="*/ 11603325 w 11887200"/>
              <a:gd name="connsiteY1" fmla="*/ 0 h 4188118"/>
              <a:gd name="connsiteX2" fmla="*/ 11608344 w 11887200"/>
              <a:gd name="connsiteY2" fmla="*/ 505 h 4188118"/>
              <a:gd name="connsiteX3" fmla="*/ 11887200 w 11887200"/>
              <a:gd name="connsiteY3" fmla="*/ 342315 h 4188118"/>
              <a:gd name="connsiteX4" fmla="*/ 11887200 w 11887200"/>
              <a:gd name="connsiteY4" fmla="*/ 3839220 h 4188118"/>
              <a:gd name="connsiteX5" fmla="*/ 11537950 w 11887200"/>
              <a:gd name="connsiteY5" fmla="*/ 4188118 h 4188118"/>
              <a:gd name="connsiteX6" fmla="*/ 3733800 w 11887200"/>
              <a:gd name="connsiteY6" fmla="*/ 4188118 h 4188118"/>
              <a:gd name="connsiteX7" fmla="*/ 3462878 w 11887200"/>
              <a:gd name="connsiteY7" fmla="*/ 3917468 h 4188118"/>
              <a:gd name="connsiteX8" fmla="*/ 3191955 w 11887200"/>
              <a:gd name="connsiteY8" fmla="*/ 3646818 h 4188118"/>
              <a:gd name="connsiteX9" fmla="*/ 349250 w 11887200"/>
              <a:gd name="connsiteY9" fmla="*/ 3646818 h 4188118"/>
              <a:gd name="connsiteX10" fmla="*/ 0 w 11887200"/>
              <a:gd name="connsiteY10" fmla="*/ 3297920 h 4188118"/>
              <a:gd name="connsiteX11" fmla="*/ 0 w 11887200"/>
              <a:gd name="connsiteY11" fmla="*/ 342316 h 4188118"/>
              <a:gd name="connsiteX12" fmla="*/ 278864 w 11887200"/>
              <a:gd name="connsiteY12" fmla="*/ 505 h 418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87200" h="4188118">
                <a:moveTo>
                  <a:pt x="283883" y="0"/>
                </a:moveTo>
                <a:lnTo>
                  <a:pt x="11603325" y="0"/>
                </a:lnTo>
                <a:lnTo>
                  <a:pt x="11608344" y="505"/>
                </a:lnTo>
                <a:cubicBezTo>
                  <a:pt x="11767505" y="33039"/>
                  <a:pt x="11887200" y="173710"/>
                  <a:pt x="11887200" y="342315"/>
                </a:cubicBezTo>
                <a:lnTo>
                  <a:pt x="11887200" y="3839220"/>
                </a:lnTo>
                <a:cubicBezTo>
                  <a:pt x="11887200" y="4031913"/>
                  <a:pt x="11730863" y="4188118"/>
                  <a:pt x="11537950" y="4188118"/>
                </a:cubicBezTo>
                <a:lnTo>
                  <a:pt x="3733800" y="4188118"/>
                </a:lnTo>
                <a:cubicBezTo>
                  <a:pt x="3584175" y="4188118"/>
                  <a:pt x="3462878" y="4066942"/>
                  <a:pt x="3462878" y="3917468"/>
                </a:cubicBezTo>
                <a:cubicBezTo>
                  <a:pt x="3462878" y="3767994"/>
                  <a:pt x="3341579" y="3646818"/>
                  <a:pt x="3191955" y="3646818"/>
                </a:cubicBezTo>
                <a:lnTo>
                  <a:pt x="349250" y="3646818"/>
                </a:lnTo>
                <a:cubicBezTo>
                  <a:pt x="156365" y="3646818"/>
                  <a:pt x="0" y="3490613"/>
                  <a:pt x="0" y="3297920"/>
                </a:cubicBezTo>
                <a:lnTo>
                  <a:pt x="0" y="342316"/>
                </a:lnTo>
                <a:cubicBezTo>
                  <a:pt x="0" y="173711"/>
                  <a:pt x="119716" y="33039"/>
                  <a:pt x="278864" y="505"/>
                </a:cubicBezTo>
                <a:close/>
              </a:path>
            </a:pathLst>
          </a:custGeom>
          <a:blipFill>
            <a:blip r:embed="rId2">
              <a:alphaModFix amt="60000"/>
            </a:blip>
            <a:stretch>
              <a:fillRect/>
            </a:stretch>
          </a:blipFill>
        </p:spPr>
        <p:txBody>
          <a:bodyPr wrap="square">
            <a:noAutofit/>
          </a:bodyPr>
          <a:lstStyle/>
          <a:p>
            <a:endParaRPr lang="en-US"/>
          </a:p>
        </p:txBody>
      </p:sp>
      <p:sp>
        <p:nvSpPr>
          <p:cNvPr id="9" name="Content Placeholder 7">
            <a:extLst>
              <a:ext uri="{FF2B5EF4-FFF2-40B4-BE49-F238E27FC236}">
                <a16:creationId xmlns:a16="http://schemas.microsoft.com/office/drawing/2014/main" id="{46B89886-D0B7-2E42-CC85-382090FCE24B}"/>
              </a:ext>
            </a:extLst>
          </p:cNvPr>
          <p:cNvSpPr>
            <a:spLocks noGrp="1"/>
          </p:cNvSpPr>
          <p:nvPr>
            <p:ph sz="quarter" idx="14"/>
          </p:nvPr>
        </p:nvSpPr>
        <p:spPr>
          <a:xfrm>
            <a:off x="4038600" y="4800601"/>
            <a:ext cx="7772400" cy="1371600"/>
          </a:xfrm>
        </p:spPr>
        <p:txBody>
          <a:bodyPr vert="horz" lIns="91440" tIns="45720" rIns="91440" bIns="45720" rtlCol="0" anchor="ctr">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60D96629-7636-13CD-DDAE-3FAF9A84C04C}"/>
              </a:ext>
            </a:extLst>
          </p:cNvPr>
          <p:cNvSpPr>
            <a:spLocks noGrp="1"/>
          </p:cNvSpPr>
          <p:nvPr>
            <p:ph type="ftr" sz="quarter" idx="17"/>
          </p:nvPr>
        </p:nvSpPr>
        <p:spPr/>
        <p:txBody>
          <a:bodyPr/>
          <a:lstStyle/>
          <a:p>
            <a:r>
              <a:rPr lang="en-US"/>
              <a:t>Sample Footer Text</a:t>
            </a:r>
          </a:p>
        </p:txBody>
      </p:sp>
      <p:sp>
        <p:nvSpPr>
          <p:cNvPr id="2" name="Date Placeholder 1">
            <a:extLst>
              <a:ext uri="{FF2B5EF4-FFF2-40B4-BE49-F238E27FC236}">
                <a16:creationId xmlns:a16="http://schemas.microsoft.com/office/drawing/2014/main" id="{BBC96C14-DFFB-28AC-C7C2-F4CA75ED220F}"/>
              </a:ext>
            </a:extLst>
          </p:cNvPr>
          <p:cNvSpPr>
            <a:spLocks noGrp="1"/>
          </p:cNvSpPr>
          <p:nvPr>
            <p:ph type="dt" sz="half" idx="16"/>
          </p:nvPr>
        </p:nvSpPr>
        <p:spPr/>
        <p:txBody>
          <a:bodyPr/>
          <a:lstStyle/>
          <a:p>
            <a:fld id="{C5987AE8-F78F-CC42-9328-6043D017DE32}" type="datetime1">
              <a:rPr lang="en-US" smtClean="0"/>
              <a:t>7/16/2026</a:t>
            </a:fld>
            <a:endParaRPr lang="en-US"/>
          </a:p>
        </p:txBody>
      </p:sp>
      <p:sp>
        <p:nvSpPr>
          <p:cNvPr id="5" name="Slide Number Placeholder 4">
            <a:extLst>
              <a:ext uri="{FF2B5EF4-FFF2-40B4-BE49-F238E27FC236}">
                <a16:creationId xmlns:a16="http://schemas.microsoft.com/office/drawing/2014/main" id="{D8267B94-172F-C06B-ACF0-7E24490AD41F}"/>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7082912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4">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676C2-CD03-E417-CB93-800D63E65DEC}"/>
              </a:ext>
            </a:extLst>
          </p:cNvPr>
          <p:cNvSpPr>
            <a:spLocks noGrp="1"/>
          </p:cNvSpPr>
          <p:nvPr>
            <p:ph type="title"/>
          </p:nvPr>
        </p:nvSpPr>
        <p:spPr>
          <a:xfrm>
            <a:off x="8153400" y="687787"/>
            <a:ext cx="3643802" cy="1479477"/>
          </a:xfrm>
        </p:spPr>
        <p:txBody>
          <a:bodyPr anchor="t">
            <a:normAutofit/>
          </a:bodyPr>
          <a:lstStyle>
            <a:lvl1pPr>
              <a:defRPr sz="3000"/>
            </a:lvl1pPr>
          </a:lstStyle>
          <a:p>
            <a:r>
              <a:rPr lang="en-US"/>
              <a:t>Click to edit Master title style</a:t>
            </a:r>
          </a:p>
        </p:txBody>
      </p:sp>
      <p:sp>
        <p:nvSpPr>
          <p:cNvPr id="17" name="Picture Placeholder 16">
            <a:extLst>
              <a:ext uri="{FF2B5EF4-FFF2-40B4-BE49-F238E27FC236}">
                <a16:creationId xmlns:a16="http://schemas.microsoft.com/office/drawing/2014/main" id="{4F55C32B-C162-62A9-B41A-495DC7FAC90D}"/>
              </a:ext>
            </a:extLst>
          </p:cNvPr>
          <p:cNvSpPr>
            <a:spLocks noGrp="1"/>
          </p:cNvSpPr>
          <p:nvPr>
            <p:ph type="pic" sz="quarter" idx="15"/>
          </p:nvPr>
        </p:nvSpPr>
        <p:spPr>
          <a:xfrm>
            <a:off x="152400" y="152909"/>
            <a:ext cx="6858000" cy="6552184"/>
          </a:xfrm>
          <a:custGeom>
            <a:avLst/>
            <a:gdLst>
              <a:gd name="connsiteX0" fmla="*/ 349250 w 6858000"/>
              <a:gd name="connsiteY0" fmla="*/ 0 h 6552184"/>
              <a:gd name="connsiteX1" fmla="*/ 6508751 w 6858000"/>
              <a:gd name="connsiteY1" fmla="*/ 0 h 6552184"/>
              <a:gd name="connsiteX2" fmla="*/ 6850907 w 6858000"/>
              <a:gd name="connsiteY2" fmla="*/ 278864 h 6552184"/>
              <a:gd name="connsiteX3" fmla="*/ 6858000 w 6858000"/>
              <a:gd name="connsiteY3" fmla="*/ 349240 h 6552184"/>
              <a:gd name="connsiteX4" fmla="*/ 6858000 w 6858000"/>
              <a:gd name="connsiteY4" fmla="*/ 6202932 h 6552184"/>
              <a:gd name="connsiteX5" fmla="*/ 6850907 w 6858000"/>
              <a:gd name="connsiteY5" fmla="*/ 6273302 h 6552184"/>
              <a:gd name="connsiteX6" fmla="*/ 6508751 w 6858000"/>
              <a:gd name="connsiteY6" fmla="*/ 6552184 h 6552184"/>
              <a:gd name="connsiteX7" fmla="*/ 3679661 w 6858000"/>
              <a:gd name="connsiteY7" fmla="*/ 6552184 h 6552184"/>
              <a:gd name="connsiteX8" fmla="*/ 3429001 w 6858000"/>
              <a:gd name="connsiteY8" fmla="*/ 6301512 h 6552184"/>
              <a:gd name="connsiteX9" fmla="*/ 3178341 w 6858000"/>
              <a:gd name="connsiteY9" fmla="*/ 6050852 h 6552184"/>
              <a:gd name="connsiteX10" fmla="*/ 349250 w 6858000"/>
              <a:gd name="connsiteY10" fmla="*/ 6050852 h 6552184"/>
              <a:gd name="connsiteX11" fmla="*/ 0 w 6858000"/>
              <a:gd name="connsiteY11" fmla="*/ 5701602 h 6552184"/>
              <a:gd name="connsiteX12" fmla="*/ 0 w 6858000"/>
              <a:gd name="connsiteY12" fmla="*/ 349249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50" y="0"/>
                  <a:pt x="6818346" y="119716"/>
                  <a:pt x="6850907" y="278864"/>
                </a:cubicBezTo>
                <a:lnTo>
                  <a:pt x="6858000" y="349240"/>
                </a:lnTo>
                <a:lnTo>
                  <a:pt x="6858000" y="6202932"/>
                </a:lnTo>
                <a:lnTo>
                  <a:pt x="6850907" y="6273302"/>
                </a:lnTo>
                <a:cubicBezTo>
                  <a:pt x="6818346" y="6432441"/>
                  <a:pt x="6677550" y="6552184"/>
                  <a:pt x="6508751" y="6552184"/>
                </a:cubicBezTo>
                <a:lnTo>
                  <a:pt x="3679661" y="6552184"/>
                </a:lnTo>
                <a:cubicBezTo>
                  <a:pt x="3541224" y="6552184"/>
                  <a:pt x="3429001" y="6439916"/>
                  <a:pt x="3429001" y="6301512"/>
                </a:cubicBezTo>
                <a:cubicBezTo>
                  <a:pt x="3429001" y="6163075"/>
                  <a:pt x="3316777" y="6050852"/>
                  <a:pt x="3178341" y="6050852"/>
                </a:cubicBezTo>
                <a:lnTo>
                  <a:pt x="349250" y="6050852"/>
                </a:lnTo>
                <a:cubicBezTo>
                  <a:pt x="156365" y="6050852"/>
                  <a:pt x="0" y="5894483"/>
                  <a:pt x="0" y="5701602"/>
                </a:cubicBezTo>
                <a:lnTo>
                  <a:pt x="0" y="349249"/>
                </a:lnTo>
                <a:cubicBezTo>
                  <a:pt x="0" y="156364"/>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4" name="Content Placeholder 7">
            <a:extLst>
              <a:ext uri="{FF2B5EF4-FFF2-40B4-BE49-F238E27FC236}">
                <a16:creationId xmlns:a16="http://schemas.microsoft.com/office/drawing/2014/main" id="{2FA71202-73E3-EC77-A329-87C79A8076ED}"/>
              </a:ext>
            </a:extLst>
          </p:cNvPr>
          <p:cNvSpPr>
            <a:spLocks noGrp="1"/>
          </p:cNvSpPr>
          <p:nvPr>
            <p:ph sz="quarter" idx="14"/>
          </p:nvPr>
        </p:nvSpPr>
        <p:spPr>
          <a:xfrm>
            <a:off x="8153524" y="2315569"/>
            <a:ext cx="3657600" cy="3399431"/>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Footer Placeholder 18">
            <a:extLst>
              <a:ext uri="{FF2B5EF4-FFF2-40B4-BE49-F238E27FC236}">
                <a16:creationId xmlns:a16="http://schemas.microsoft.com/office/drawing/2014/main" id="{71FBFF96-90E9-F38D-7DE9-B0F3618F7E2D}"/>
              </a:ext>
            </a:extLst>
          </p:cNvPr>
          <p:cNvSpPr>
            <a:spLocks noGrp="1"/>
          </p:cNvSpPr>
          <p:nvPr>
            <p:ph type="ftr" sz="quarter" idx="17"/>
          </p:nvPr>
        </p:nvSpPr>
        <p:spPr/>
        <p:txBody>
          <a:bodyPr/>
          <a:lstStyle/>
          <a:p>
            <a:r>
              <a:rPr lang="en-US"/>
              <a:t>Sample Footer Text</a:t>
            </a:r>
          </a:p>
        </p:txBody>
      </p:sp>
      <p:sp>
        <p:nvSpPr>
          <p:cNvPr id="18" name="Date Placeholder 17">
            <a:extLst>
              <a:ext uri="{FF2B5EF4-FFF2-40B4-BE49-F238E27FC236}">
                <a16:creationId xmlns:a16="http://schemas.microsoft.com/office/drawing/2014/main" id="{2F86AE26-3DEB-A585-586A-3E96D1C9222C}"/>
              </a:ext>
            </a:extLst>
          </p:cNvPr>
          <p:cNvSpPr>
            <a:spLocks noGrp="1"/>
          </p:cNvSpPr>
          <p:nvPr>
            <p:ph type="dt" sz="half" idx="16"/>
          </p:nvPr>
        </p:nvSpPr>
        <p:spPr/>
        <p:txBody>
          <a:bodyPr/>
          <a:lstStyle/>
          <a:p>
            <a:fld id="{649CB69A-2A75-F048-B0D8-F5328E5C18F8}" type="datetime1">
              <a:rPr lang="en-US" smtClean="0"/>
              <a:t>7/16/2026</a:t>
            </a:fld>
            <a:endParaRPr lang="en-US"/>
          </a:p>
        </p:txBody>
      </p:sp>
      <p:sp>
        <p:nvSpPr>
          <p:cNvPr id="20" name="Slide Number Placeholder 19">
            <a:extLst>
              <a:ext uri="{FF2B5EF4-FFF2-40B4-BE49-F238E27FC236}">
                <a16:creationId xmlns:a16="http://schemas.microsoft.com/office/drawing/2014/main" id="{61023988-9ADD-CF63-46AD-822C53C85840}"/>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329075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B89B3-4BC0-8CBA-6C8C-DB3E149D9163}"/>
              </a:ext>
            </a:extLst>
          </p:cNvPr>
          <p:cNvSpPr>
            <a:spLocks noGrp="1"/>
          </p:cNvSpPr>
          <p:nvPr>
            <p:ph type="title"/>
          </p:nvPr>
        </p:nvSpPr>
        <p:spPr>
          <a:xfrm>
            <a:off x="381000" y="687787"/>
            <a:ext cx="3657600" cy="1479477"/>
          </a:xfrm>
        </p:spPr>
        <p:txBody>
          <a:bodyPr anchor="t">
            <a:normAutofit/>
          </a:bodyPr>
          <a:lstStyle>
            <a:lvl1pPr>
              <a:defRPr sz="3000"/>
            </a:lvl1pPr>
          </a:lstStyle>
          <a:p>
            <a:r>
              <a:rPr lang="en-US"/>
              <a:t>Click to edit Master title style</a:t>
            </a:r>
          </a:p>
        </p:txBody>
      </p:sp>
      <p:sp>
        <p:nvSpPr>
          <p:cNvPr id="4" name="Content Placeholder 7">
            <a:extLst>
              <a:ext uri="{FF2B5EF4-FFF2-40B4-BE49-F238E27FC236}">
                <a16:creationId xmlns:a16="http://schemas.microsoft.com/office/drawing/2014/main" id="{93D7441D-47D4-6327-58AD-E2323761EF43}"/>
              </a:ext>
            </a:extLst>
          </p:cNvPr>
          <p:cNvSpPr>
            <a:spLocks noGrp="1"/>
          </p:cNvSpPr>
          <p:nvPr>
            <p:ph sz="quarter" idx="14"/>
          </p:nvPr>
        </p:nvSpPr>
        <p:spPr>
          <a:xfrm>
            <a:off x="381124" y="2315569"/>
            <a:ext cx="3657600" cy="3399431"/>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BB15437-61C3-B4EF-E477-7EC4FFB3A231}"/>
              </a:ext>
            </a:extLst>
          </p:cNvPr>
          <p:cNvSpPr>
            <a:spLocks noGrp="1"/>
          </p:cNvSpPr>
          <p:nvPr>
            <p:ph type="pic" sz="quarter" idx="15"/>
          </p:nvPr>
        </p:nvSpPr>
        <p:spPr>
          <a:xfrm>
            <a:off x="5167745" y="153416"/>
            <a:ext cx="6858000" cy="6552184"/>
          </a:xfrm>
          <a:custGeom>
            <a:avLst/>
            <a:gdLst>
              <a:gd name="connsiteX0" fmla="*/ 349250 w 6858000"/>
              <a:gd name="connsiteY0" fmla="*/ 0 h 6552184"/>
              <a:gd name="connsiteX1" fmla="*/ 6508751 w 6858000"/>
              <a:gd name="connsiteY1" fmla="*/ 0 h 6552184"/>
              <a:gd name="connsiteX2" fmla="*/ 6850905 w 6858000"/>
              <a:gd name="connsiteY2" fmla="*/ 278863 h 6552184"/>
              <a:gd name="connsiteX3" fmla="*/ 6858000 w 6858000"/>
              <a:gd name="connsiteY3" fmla="*/ 349239 h 6552184"/>
              <a:gd name="connsiteX4" fmla="*/ 6858000 w 6858000"/>
              <a:gd name="connsiteY4" fmla="*/ 5701612 h 6552184"/>
              <a:gd name="connsiteX5" fmla="*/ 6850905 w 6858000"/>
              <a:gd name="connsiteY5" fmla="*/ 5771987 h 6552184"/>
              <a:gd name="connsiteX6" fmla="*/ 6508751 w 6858000"/>
              <a:gd name="connsiteY6" fmla="*/ 6050852 h 6552184"/>
              <a:gd name="connsiteX7" fmla="*/ 3679660 w 6858000"/>
              <a:gd name="connsiteY7" fmla="*/ 6050852 h 6552184"/>
              <a:gd name="connsiteX8" fmla="*/ 3429000 w 6858000"/>
              <a:gd name="connsiteY8" fmla="*/ 6301512 h 6552184"/>
              <a:gd name="connsiteX9" fmla="*/ 3178340 w 6858000"/>
              <a:gd name="connsiteY9" fmla="*/ 6552184 h 6552184"/>
              <a:gd name="connsiteX10" fmla="*/ 349250 w 6858000"/>
              <a:gd name="connsiteY10" fmla="*/ 6552184 h 6552184"/>
              <a:gd name="connsiteX11" fmla="*/ 0 w 6858000"/>
              <a:gd name="connsiteY11" fmla="*/ 6202922 h 6552184"/>
              <a:gd name="connsiteX12" fmla="*/ 0 w 6858000"/>
              <a:gd name="connsiteY12" fmla="*/ 349250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26" y="0"/>
                  <a:pt x="6818339" y="119716"/>
                  <a:pt x="6850905" y="278863"/>
                </a:cubicBezTo>
                <a:lnTo>
                  <a:pt x="6858000" y="349239"/>
                </a:lnTo>
                <a:lnTo>
                  <a:pt x="6858000" y="5701612"/>
                </a:lnTo>
                <a:lnTo>
                  <a:pt x="6850905" y="5771987"/>
                </a:lnTo>
                <a:cubicBezTo>
                  <a:pt x="6818339" y="5931132"/>
                  <a:pt x="6677525" y="6050852"/>
                  <a:pt x="6508751" y="6050852"/>
                </a:cubicBezTo>
                <a:lnTo>
                  <a:pt x="3679660" y="6050852"/>
                </a:lnTo>
                <a:cubicBezTo>
                  <a:pt x="3541224" y="6050852"/>
                  <a:pt x="3429000" y="6163075"/>
                  <a:pt x="3429000" y="6301512"/>
                </a:cubicBezTo>
                <a:cubicBezTo>
                  <a:pt x="3429000" y="6439916"/>
                  <a:pt x="3316777" y="6552184"/>
                  <a:pt x="3178340" y="6552184"/>
                </a:cubicBezTo>
                <a:lnTo>
                  <a:pt x="349250" y="6552184"/>
                </a:lnTo>
                <a:cubicBezTo>
                  <a:pt x="156337" y="6552184"/>
                  <a:pt x="0" y="6395784"/>
                  <a:pt x="0" y="6202922"/>
                </a:cubicBezTo>
                <a:lnTo>
                  <a:pt x="0" y="349250"/>
                </a:lnTo>
                <a:cubicBezTo>
                  <a:pt x="0" y="156364"/>
                  <a:pt x="156337" y="0"/>
                  <a:pt x="349250" y="0"/>
                </a:cubicBezTo>
                <a:close/>
              </a:path>
            </a:pathLst>
          </a:custGeom>
          <a:blipFill>
            <a:blip r:embed="rId2">
              <a:alphaModFix amt="60000"/>
            </a:blip>
            <a:stretch>
              <a:fillRect/>
            </a:stretch>
          </a:blipFill>
        </p:spPr>
        <p:txBody>
          <a:bodyPr wrap="square">
            <a:noAutofit/>
          </a:bodyPr>
          <a:lstStyle/>
          <a:p>
            <a:endParaRPr lang="en-US"/>
          </a:p>
        </p:txBody>
      </p:sp>
      <p:sp>
        <p:nvSpPr>
          <p:cNvPr id="15" name="Footer Placeholder 14">
            <a:extLst>
              <a:ext uri="{FF2B5EF4-FFF2-40B4-BE49-F238E27FC236}">
                <a16:creationId xmlns:a16="http://schemas.microsoft.com/office/drawing/2014/main" id="{7FE5C307-6369-CF58-0A50-89212DFBD1CB}"/>
              </a:ext>
            </a:extLst>
          </p:cNvPr>
          <p:cNvSpPr>
            <a:spLocks noGrp="1"/>
          </p:cNvSpPr>
          <p:nvPr>
            <p:ph type="ftr" sz="quarter" idx="17"/>
          </p:nvPr>
        </p:nvSpPr>
        <p:spPr/>
        <p:txBody>
          <a:bodyPr/>
          <a:lstStyle/>
          <a:p>
            <a:r>
              <a:rPr lang="en-US"/>
              <a:t>Sample Footer Text</a:t>
            </a:r>
          </a:p>
        </p:txBody>
      </p:sp>
      <p:sp>
        <p:nvSpPr>
          <p:cNvPr id="14" name="Date Placeholder 13">
            <a:extLst>
              <a:ext uri="{FF2B5EF4-FFF2-40B4-BE49-F238E27FC236}">
                <a16:creationId xmlns:a16="http://schemas.microsoft.com/office/drawing/2014/main" id="{7EC422F6-7257-B0F1-4018-B56FEDC412E4}"/>
              </a:ext>
            </a:extLst>
          </p:cNvPr>
          <p:cNvSpPr>
            <a:spLocks noGrp="1"/>
          </p:cNvSpPr>
          <p:nvPr>
            <p:ph type="dt" sz="half" idx="16"/>
          </p:nvPr>
        </p:nvSpPr>
        <p:spPr/>
        <p:txBody>
          <a:bodyPr/>
          <a:lstStyle/>
          <a:p>
            <a:fld id="{CB04B35F-5075-784C-9FF4-85B4381265F5}" type="datetime1">
              <a:rPr lang="en-US" smtClean="0"/>
              <a:t>7/16/2026</a:t>
            </a:fld>
            <a:endParaRPr lang="en-US"/>
          </a:p>
        </p:txBody>
      </p:sp>
      <p:sp>
        <p:nvSpPr>
          <p:cNvPr id="16" name="Slide Number Placeholder 15">
            <a:extLst>
              <a:ext uri="{FF2B5EF4-FFF2-40B4-BE49-F238E27FC236}">
                <a16:creationId xmlns:a16="http://schemas.microsoft.com/office/drawing/2014/main" id="{0E28D06D-C260-17A4-72EE-F62EE249E4C1}"/>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009352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bg>
      <p:bgPr>
        <a:solidFill>
          <a:schemeClr val="bg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B270E86-172E-E52F-5FA2-F43C6B876A1F}"/>
              </a:ext>
            </a:extLst>
          </p:cNvPr>
          <p:cNvSpPr>
            <a:spLocks noGrp="1"/>
          </p:cNvSpPr>
          <p:nvPr>
            <p:ph type="title"/>
          </p:nvPr>
        </p:nvSpPr>
        <p:spPr>
          <a:xfrm>
            <a:off x="7239000" y="685799"/>
            <a:ext cx="4572000" cy="1142665"/>
          </a:xfrm>
        </p:spPr>
        <p:txBody>
          <a:bodyPr anchor="t">
            <a:normAutofit/>
          </a:bodyPr>
          <a:lstStyle>
            <a:lvl1pPr>
              <a:defRPr sz="3000"/>
            </a:lvl1pPr>
          </a:lstStyle>
          <a:p>
            <a:r>
              <a:rPr lang="en-US"/>
              <a:t>Click to edit Master title style</a:t>
            </a:r>
          </a:p>
        </p:txBody>
      </p:sp>
      <p:sp>
        <p:nvSpPr>
          <p:cNvPr id="23" name="Picture Placeholder 22">
            <a:extLst>
              <a:ext uri="{FF2B5EF4-FFF2-40B4-BE49-F238E27FC236}">
                <a16:creationId xmlns:a16="http://schemas.microsoft.com/office/drawing/2014/main" id="{A09759E0-34BA-620A-7C02-5DD57D991C19}"/>
              </a:ext>
            </a:extLst>
          </p:cNvPr>
          <p:cNvSpPr>
            <a:spLocks noGrp="1"/>
          </p:cNvSpPr>
          <p:nvPr>
            <p:ph type="pic" sz="quarter" idx="15"/>
          </p:nvPr>
        </p:nvSpPr>
        <p:spPr>
          <a:xfrm>
            <a:off x="152400"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4 h 6552184"/>
              <a:gd name="connsiteX3" fmla="*/ 5943599 w 5943599"/>
              <a:gd name="connsiteY3" fmla="*/ 349240 h 6552184"/>
              <a:gd name="connsiteX4" fmla="*/ 5943599 w 5943599"/>
              <a:gd name="connsiteY4" fmla="*/ 6202933 h 6552184"/>
              <a:gd name="connsiteX5" fmla="*/ 5936505 w 5943599"/>
              <a:gd name="connsiteY5" fmla="*/ 6273302 h 6552184"/>
              <a:gd name="connsiteX6" fmla="*/ 5594350 w 5943599"/>
              <a:gd name="connsiteY6" fmla="*/ 6552184 h 6552184"/>
              <a:gd name="connsiteX7" fmla="*/ 3222460 w 5943599"/>
              <a:gd name="connsiteY7" fmla="*/ 6552184 h 6552184"/>
              <a:gd name="connsiteX8" fmla="*/ 2971800 w 5943599"/>
              <a:gd name="connsiteY8" fmla="*/ 6301512 h 6552184"/>
              <a:gd name="connsiteX9" fmla="*/ 2721140 w 5943599"/>
              <a:gd name="connsiteY9" fmla="*/ 6050852 h 6552184"/>
              <a:gd name="connsiteX10" fmla="*/ 349249 w 5943599"/>
              <a:gd name="connsiteY10" fmla="*/ 6050852 h 6552184"/>
              <a:gd name="connsiteX11" fmla="*/ 7095 w 5943599"/>
              <a:gd name="connsiteY11" fmla="*/ 5771987 h 6552184"/>
              <a:gd name="connsiteX12" fmla="*/ 0 w 5943599"/>
              <a:gd name="connsiteY12" fmla="*/ 5701612 h 6552184"/>
              <a:gd name="connsiteX13" fmla="*/ 0 w 5943599"/>
              <a:gd name="connsiteY13" fmla="*/ 349239 h 6552184"/>
              <a:gd name="connsiteX14" fmla="*/ 7095 w 5943599"/>
              <a:gd name="connsiteY14" fmla="*/ 278863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7" y="0"/>
                  <a:pt x="5903939" y="119716"/>
                  <a:pt x="5936505" y="278864"/>
                </a:cubicBezTo>
                <a:lnTo>
                  <a:pt x="5943599" y="349240"/>
                </a:lnTo>
                <a:lnTo>
                  <a:pt x="5943599" y="6202933"/>
                </a:lnTo>
                <a:lnTo>
                  <a:pt x="5936505" y="6273302"/>
                </a:lnTo>
                <a:cubicBezTo>
                  <a:pt x="5903939" y="6432441"/>
                  <a:pt x="5763127" y="6552184"/>
                  <a:pt x="5594350" y="6552184"/>
                </a:cubicBezTo>
                <a:lnTo>
                  <a:pt x="3222460" y="6552184"/>
                </a:lnTo>
                <a:cubicBezTo>
                  <a:pt x="3084023" y="6552184"/>
                  <a:pt x="2971800" y="6439916"/>
                  <a:pt x="2971800" y="6301512"/>
                </a:cubicBezTo>
                <a:cubicBezTo>
                  <a:pt x="2971800" y="6163075"/>
                  <a:pt x="2859576" y="6050852"/>
                  <a:pt x="2721140" y="6050852"/>
                </a:cubicBezTo>
                <a:lnTo>
                  <a:pt x="349249" y="6050852"/>
                </a:lnTo>
                <a:cubicBezTo>
                  <a:pt x="180474" y="6050852"/>
                  <a:pt x="39661" y="5931132"/>
                  <a:pt x="7095" y="5771987"/>
                </a:cubicBezTo>
                <a:lnTo>
                  <a:pt x="0" y="5701612"/>
                </a:lnTo>
                <a:lnTo>
                  <a:pt x="0" y="349239"/>
                </a:lnTo>
                <a:lnTo>
                  <a:pt x="7095" y="278863"/>
                </a:lnTo>
                <a:cubicBezTo>
                  <a:pt x="39661" y="119716"/>
                  <a:pt x="180474" y="0"/>
                  <a:pt x="349249" y="0"/>
                </a:cubicBezTo>
                <a:close/>
              </a:path>
            </a:pathLst>
          </a:custGeom>
          <a:blipFill>
            <a:blip r:embed="rId2">
              <a:alphaModFix amt="60000"/>
            </a:blip>
            <a:stretch>
              <a:fillRect/>
            </a:stretch>
          </a:blipFill>
        </p:spPr>
        <p:txBody>
          <a:bodyPr wrap="square">
            <a:noAutofit/>
          </a:bodyPr>
          <a:lstStyle/>
          <a:p>
            <a:endParaRPr lang="en-US"/>
          </a:p>
        </p:txBody>
      </p:sp>
      <p:sp>
        <p:nvSpPr>
          <p:cNvPr id="9" name="Content Placeholder 7">
            <a:extLst>
              <a:ext uri="{FF2B5EF4-FFF2-40B4-BE49-F238E27FC236}">
                <a16:creationId xmlns:a16="http://schemas.microsoft.com/office/drawing/2014/main" id="{63B76838-CF87-13E2-3FB4-2C33A18A42E1}"/>
              </a:ext>
            </a:extLst>
          </p:cNvPr>
          <p:cNvSpPr>
            <a:spLocks noGrp="1"/>
          </p:cNvSpPr>
          <p:nvPr>
            <p:ph sz="quarter" idx="14"/>
          </p:nvPr>
        </p:nvSpPr>
        <p:spPr>
          <a:xfrm>
            <a:off x="7239000" y="1975104"/>
            <a:ext cx="4572000" cy="4197097"/>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Footer Placeholder 24">
            <a:extLst>
              <a:ext uri="{FF2B5EF4-FFF2-40B4-BE49-F238E27FC236}">
                <a16:creationId xmlns:a16="http://schemas.microsoft.com/office/drawing/2014/main" id="{8ADBC95E-510D-3B2D-86CA-02B88C4B2F68}"/>
              </a:ext>
            </a:extLst>
          </p:cNvPr>
          <p:cNvSpPr>
            <a:spLocks noGrp="1"/>
          </p:cNvSpPr>
          <p:nvPr>
            <p:ph type="ftr" sz="quarter" idx="17"/>
          </p:nvPr>
        </p:nvSpPr>
        <p:spPr>
          <a:xfrm>
            <a:off x="152400" y="6347057"/>
            <a:ext cx="2286000" cy="365125"/>
          </a:xfrm>
        </p:spPr>
        <p:txBody>
          <a:bodyPr/>
          <a:lstStyle/>
          <a:p>
            <a:r>
              <a:rPr lang="en-US"/>
              <a:t>Sample Footer Text</a:t>
            </a:r>
          </a:p>
        </p:txBody>
      </p:sp>
      <p:sp>
        <p:nvSpPr>
          <p:cNvPr id="24" name="Date Placeholder 23">
            <a:extLst>
              <a:ext uri="{FF2B5EF4-FFF2-40B4-BE49-F238E27FC236}">
                <a16:creationId xmlns:a16="http://schemas.microsoft.com/office/drawing/2014/main" id="{17BCEDA5-95B9-E7B2-CAB5-29E3BD272080}"/>
              </a:ext>
            </a:extLst>
          </p:cNvPr>
          <p:cNvSpPr>
            <a:spLocks noGrp="1"/>
          </p:cNvSpPr>
          <p:nvPr>
            <p:ph type="dt" sz="half" idx="16"/>
          </p:nvPr>
        </p:nvSpPr>
        <p:spPr/>
        <p:txBody>
          <a:bodyPr/>
          <a:lstStyle/>
          <a:p>
            <a:fld id="{D90E99A5-9B5B-654B-AFAE-033D0C138539}" type="datetime1">
              <a:rPr lang="en-US" smtClean="0"/>
              <a:t>7/16/2026</a:t>
            </a:fld>
            <a:endParaRPr lang="en-US"/>
          </a:p>
        </p:txBody>
      </p:sp>
      <p:sp>
        <p:nvSpPr>
          <p:cNvPr id="26" name="Slide Number Placeholder 25">
            <a:extLst>
              <a:ext uri="{FF2B5EF4-FFF2-40B4-BE49-F238E27FC236}">
                <a16:creationId xmlns:a16="http://schemas.microsoft.com/office/drawing/2014/main" id="{B0979856-E127-0071-5A89-58D930F576D1}"/>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297307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7">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D773997-CD4B-E689-3BAF-0C9897FE8A08}"/>
              </a:ext>
            </a:extLst>
          </p:cNvPr>
          <p:cNvSpPr>
            <a:spLocks noGrp="1"/>
          </p:cNvSpPr>
          <p:nvPr>
            <p:ph type="title"/>
          </p:nvPr>
        </p:nvSpPr>
        <p:spPr>
          <a:xfrm>
            <a:off x="381000" y="685799"/>
            <a:ext cx="4572000" cy="1142665"/>
          </a:xfrm>
        </p:spPr>
        <p:txBody>
          <a:bodyPr anchor="t">
            <a:normAutofit/>
          </a:bodyPr>
          <a:lstStyle>
            <a:lvl1pPr>
              <a:defRPr sz="3000"/>
            </a:lvl1pPr>
          </a:lstStyle>
          <a:p>
            <a:r>
              <a:rPr lang="en-US"/>
              <a:t>Click to edit Master title style</a:t>
            </a:r>
          </a:p>
        </p:txBody>
      </p:sp>
      <p:sp>
        <p:nvSpPr>
          <p:cNvPr id="5" name="Content Placeholder 7">
            <a:extLst>
              <a:ext uri="{FF2B5EF4-FFF2-40B4-BE49-F238E27FC236}">
                <a16:creationId xmlns:a16="http://schemas.microsoft.com/office/drawing/2014/main" id="{24EBD2AD-58AA-F811-7CF8-B1ED45891343}"/>
              </a:ext>
            </a:extLst>
          </p:cNvPr>
          <p:cNvSpPr>
            <a:spLocks noGrp="1"/>
          </p:cNvSpPr>
          <p:nvPr>
            <p:ph sz="quarter" idx="14"/>
          </p:nvPr>
        </p:nvSpPr>
        <p:spPr>
          <a:xfrm>
            <a:off x="381000" y="1975104"/>
            <a:ext cx="4572000" cy="4197097"/>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3">
            <a:extLst>
              <a:ext uri="{FF2B5EF4-FFF2-40B4-BE49-F238E27FC236}">
                <a16:creationId xmlns:a16="http://schemas.microsoft.com/office/drawing/2014/main" id="{D095B35F-B5A5-E348-6D44-317477DFD782}"/>
              </a:ext>
            </a:extLst>
          </p:cNvPr>
          <p:cNvSpPr>
            <a:spLocks noGrp="1"/>
          </p:cNvSpPr>
          <p:nvPr>
            <p:ph type="pic" sz="quarter" idx="15"/>
          </p:nvPr>
        </p:nvSpPr>
        <p:spPr>
          <a:xfrm>
            <a:off x="6096001"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3 h 6552184"/>
              <a:gd name="connsiteX3" fmla="*/ 5943599 w 5943599"/>
              <a:gd name="connsiteY3" fmla="*/ 349239 h 6552184"/>
              <a:gd name="connsiteX4" fmla="*/ 5943599 w 5943599"/>
              <a:gd name="connsiteY4" fmla="*/ 5701613 h 6552184"/>
              <a:gd name="connsiteX5" fmla="*/ 5936505 w 5943599"/>
              <a:gd name="connsiteY5" fmla="*/ 5771987 h 6552184"/>
              <a:gd name="connsiteX6" fmla="*/ 5594350 w 5943599"/>
              <a:gd name="connsiteY6" fmla="*/ 6050852 h 6552184"/>
              <a:gd name="connsiteX7" fmla="*/ 3222459 w 5943599"/>
              <a:gd name="connsiteY7" fmla="*/ 6050852 h 6552184"/>
              <a:gd name="connsiteX8" fmla="*/ 2971799 w 5943599"/>
              <a:gd name="connsiteY8" fmla="*/ 6301512 h 6552184"/>
              <a:gd name="connsiteX9" fmla="*/ 2721139 w 5943599"/>
              <a:gd name="connsiteY9" fmla="*/ 6552184 h 6552184"/>
              <a:gd name="connsiteX10" fmla="*/ 349249 w 5943599"/>
              <a:gd name="connsiteY10" fmla="*/ 6552184 h 6552184"/>
              <a:gd name="connsiteX11" fmla="*/ 7095 w 5943599"/>
              <a:gd name="connsiteY11" fmla="*/ 6273302 h 6552184"/>
              <a:gd name="connsiteX12" fmla="*/ 0 w 5943599"/>
              <a:gd name="connsiteY12" fmla="*/ 6202932 h 6552184"/>
              <a:gd name="connsiteX13" fmla="*/ 0 w 5943599"/>
              <a:gd name="connsiteY13" fmla="*/ 349240 h 6552184"/>
              <a:gd name="connsiteX14" fmla="*/ 7095 w 5943599"/>
              <a:gd name="connsiteY14" fmla="*/ 278864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5" y="0"/>
                  <a:pt x="5903938" y="119716"/>
                  <a:pt x="5936505" y="278863"/>
                </a:cubicBezTo>
                <a:lnTo>
                  <a:pt x="5943599" y="349239"/>
                </a:lnTo>
                <a:lnTo>
                  <a:pt x="5943599" y="5701613"/>
                </a:lnTo>
                <a:lnTo>
                  <a:pt x="5936505" y="5771987"/>
                </a:lnTo>
                <a:cubicBezTo>
                  <a:pt x="5903938" y="5931132"/>
                  <a:pt x="5763125" y="6050852"/>
                  <a:pt x="5594350" y="6050852"/>
                </a:cubicBezTo>
                <a:lnTo>
                  <a:pt x="3222459" y="6050852"/>
                </a:lnTo>
                <a:cubicBezTo>
                  <a:pt x="3084023" y="6050852"/>
                  <a:pt x="2971799" y="6163075"/>
                  <a:pt x="2971799" y="6301512"/>
                </a:cubicBezTo>
                <a:cubicBezTo>
                  <a:pt x="2971799" y="6439916"/>
                  <a:pt x="2859576" y="6552184"/>
                  <a:pt x="2721139" y="6552184"/>
                </a:cubicBezTo>
                <a:lnTo>
                  <a:pt x="349249" y="6552184"/>
                </a:lnTo>
                <a:cubicBezTo>
                  <a:pt x="180472" y="6552184"/>
                  <a:pt x="39661" y="6432441"/>
                  <a:pt x="7095" y="6273302"/>
                </a:cubicBezTo>
                <a:lnTo>
                  <a:pt x="0" y="6202932"/>
                </a:lnTo>
                <a:lnTo>
                  <a:pt x="0" y="349240"/>
                </a:lnTo>
                <a:lnTo>
                  <a:pt x="7095" y="278864"/>
                </a:lnTo>
                <a:cubicBezTo>
                  <a:pt x="39661" y="119716"/>
                  <a:pt x="180472" y="0"/>
                  <a:pt x="349249" y="0"/>
                </a:cubicBezTo>
                <a:close/>
              </a:path>
            </a:pathLst>
          </a:custGeom>
          <a:blipFill>
            <a:blip r:embed="rId2">
              <a:alphaModFix amt="60000"/>
            </a:blip>
            <a:stretch>
              <a:fillRect/>
            </a:stretch>
          </a:blipFill>
        </p:spPr>
        <p:txBody>
          <a:bodyPr wrap="square">
            <a:noAutofit/>
          </a:bodyPr>
          <a:lstStyle/>
          <a:p>
            <a:endParaRPr lang="en-US"/>
          </a:p>
        </p:txBody>
      </p:sp>
      <p:sp>
        <p:nvSpPr>
          <p:cNvPr id="16" name="Footer Placeholder 15">
            <a:extLst>
              <a:ext uri="{FF2B5EF4-FFF2-40B4-BE49-F238E27FC236}">
                <a16:creationId xmlns:a16="http://schemas.microsoft.com/office/drawing/2014/main" id="{85197084-03D2-BA85-1A71-C94937FB0C74}"/>
              </a:ext>
            </a:extLst>
          </p:cNvPr>
          <p:cNvSpPr>
            <a:spLocks noGrp="1"/>
          </p:cNvSpPr>
          <p:nvPr>
            <p:ph type="ftr" sz="quarter" idx="17"/>
          </p:nvPr>
        </p:nvSpPr>
        <p:spPr/>
        <p:txBody>
          <a:bodyPr/>
          <a:lstStyle/>
          <a:p>
            <a:r>
              <a:rPr lang="en-US"/>
              <a:t>Sample Footer Text</a:t>
            </a:r>
          </a:p>
        </p:txBody>
      </p:sp>
      <p:sp>
        <p:nvSpPr>
          <p:cNvPr id="15" name="Date Placeholder 14">
            <a:extLst>
              <a:ext uri="{FF2B5EF4-FFF2-40B4-BE49-F238E27FC236}">
                <a16:creationId xmlns:a16="http://schemas.microsoft.com/office/drawing/2014/main" id="{5DD74A05-12EB-2CFB-1BE4-790E0060392D}"/>
              </a:ext>
            </a:extLst>
          </p:cNvPr>
          <p:cNvSpPr>
            <a:spLocks noGrp="1"/>
          </p:cNvSpPr>
          <p:nvPr>
            <p:ph type="dt" sz="half" idx="16"/>
          </p:nvPr>
        </p:nvSpPr>
        <p:spPr/>
        <p:txBody>
          <a:bodyPr/>
          <a:lstStyle/>
          <a:p>
            <a:fld id="{018FC212-A04D-EC40-A3FF-C37DE82847B2}" type="datetime1">
              <a:rPr lang="en-US" smtClean="0"/>
              <a:t>7/16/2026</a:t>
            </a:fld>
            <a:endParaRPr lang="en-US"/>
          </a:p>
        </p:txBody>
      </p:sp>
      <p:sp>
        <p:nvSpPr>
          <p:cNvPr id="17" name="Slide Number Placeholder 16">
            <a:extLst>
              <a:ext uri="{FF2B5EF4-FFF2-40B4-BE49-F238E27FC236}">
                <a16:creationId xmlns:a16="http://schemas.microsoft.com/office/drawing/2014/main" id="{3D1CC9AC-FA0F-A8C9-DB39-662464481C73}"/>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845565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9561B74-B661-DA6C-F6CF-F6ACE60051C0}"/>
              </a:ext>
            </a:extLst>
          </p:cNvPr>
          <p:cNvSpPr>
            <a:spLocks noGrp="1"/>
          </p:cNvSpPr>
          <p:nvPr>
            <p:ph type="title"/>
          </p:nvPr>
        </p:nvSpPr>
        <p:spPr>
          <a:xfrm>
            <a:off x="381000" y="4345531"/>
            <a:ext cx="2971800" cy="1826669"/>
          </a:xfrm>
        </p:spPr>
        <p:txBody>
          <a:bodyPr anchor="t">
            <a:normAutofit/>
          </a:bodyPr>
          <a:lstStyle>
            <a:lvl1pPr>
              <a:defRPr sz="3000"/>
            </a:lvl1pPr>
          </a:lstStyle>
          <a:p>
            <a:r>
              <a:rPr lang="en-US"/>
              <a:t>Click to edit Master title style</a:t>
            </a:r>
          </a:p>
        </p:txBody>
      </p:sp>
      <p:sp>
        <p:nvSpPr>
          <p:cNvPr id="14" name="Picture Placeholder 13">
            <a:extLst>
              <a:ext uri="{FF2B5EF4-FFF2-40B4-BE49-F238E27FC236}">
                <a16:creationId xmlns:a16="http://schemas.microsoft.com/office/drawing/2014/main" id="{9DBA1807-8655-C7D6-98CF-2A2A8943833B}"/>
              </a:ext>
            </a:extLst>
          </p:cNvPr>
          <p:cNvSpPr>
            <a:spLocks noGrp="1"/>
          </p:cNvSpPr>
          <p:nvPr>
            <p:ph type="pic" sz="quarter" idx="15"/>
          </p:nvPr>
        </p:nvSpPr>
        <p:spPr>
          <a:xfrm>
            <a:off x="152401" y="152400"/>
            <a:ext cx="11887199" cy="3657600"/>
          </a:xfrm>
          <a:custGeom>
            <a:avLst/>
            <a:gdLst>
              <a:gd name="connsiteX0" fmla="*/ 349250 w 11887199"/>
              <a:gd name="connsiteY0" fmla="*/ 0 h 3657600"/>
              <a:gd name="connsiteX1" fmla="*/ 5672932 w 11887199"/>
              <a:gd name="connsiteY1" fmla="*/ 0 h 3657600"/>
              <a:gd name="connsiteX2" fmla="*/ 5943600 w 11887199"/>
              <a:gd name="connsiteY2" fmla="*/ 270704 h 3657600"/>
              <a:gd name="connsiteX3" fmla="*/ 6214268 w 11887199"/>
              <a:gd name="connsiteY3" fmla="*/ 541408 h 3657600"/>
              <a:gd name="connsiteX4" fmla="*/ 11537949 w 11887199"/>
              <a:gd name="connsiteY4" fmla="*/ 541408 h 3657600"/>
              <a:gd name="connsiteX5" fmla="*/ 11887199 w 11887199"/>
              <a:gd name="connsiteY5" fmla="*/ 890707 h 3657600"/>
              <a:gd name="connsiteX6" fmla="*/ 11887199 w 11887199"/>
              <a:gd name="connsiteY6" fmla="*/ 3308302 h 3657600"/>
              <a:gd name="connsiteX7" fmla="*/ 11608343 w 11887199"/>
              <a:gd name="connsiteY7" fmla="*/ 3650505 h 3657600"/>
              <a:gd name="connsiteX8" fmla="*/ 11537959 w 11887199"/>
              <a:gd name="connsiteY8" fmla="*/ 3657600 h 3657600"/>
              <a:gd name="connsiteX9" fmla="*/ 349240 w 11887199"/>
              <a:gd name="connsiteY9" fmla="*/ 3657600 h 3657600"/>
              <a:gd name="connsiteX10" fmla="*/ 278864 w 11887199"/>
              <a:gd name="connsiteY10" fmla="*/ 3650505 h 3657600"/>
              <a:gd name="connsiteX11" fmla="*/ 0 w 11887199"/>
              <a:gd name="connsiteY11" fmla="*/ 3308302 h 3657600"/>
              <a:gd name="connsiteX12" fmla="*/ 0 w 11887199"/>
              <a:gd name="connsiteY12" fmla="*/ 349300 h 3657600"/>
              <a:gd name="connsiteX13" fmla="*/ 349250 w 11887199"/>
              <a:gd name="connsiteY13"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87199" h="3657600">
                <a:moveTo>
                  <a:pt x="349250" y="0"/>
                </a:moveTo>
                <a:lnTo>
                  <a:pt x="5672932" y="0"/>
                </a:lnTo>
                <a:cubicBezTo>
                  <a:pt x="5822416" y="0"/>
                  <a:pt x="5943600" y="121198"/>
                  <a:pt x="5943600" y="270704"/>
                </a:cubicBezTo>
                <a:cubicBezTo>
                  <a:pt x="5943600" y="420210"/>
                  <a:pt x="6064783" y="541408"/>
                  <a:pt x="6214268" y="541408"/>
                </a:cubicBezTo>
                <a:lnTo>
                  <a:pt x="11537949" y="541408"/>
                </a:lnTo>
                <a:cubicBezTo>
                  <a:pt x="11730862" y="541408"/>
                  <a:pt x="11887199" y="697793"/>
                  <a:pt x="11887199" y="890707"/>
                </a:cubicBezTo>
                <a:lnTo>
                  <a:pt x="11887199" y="3308302"/>
                </a:lnTo>
                <a:cubicBezTo>
                  <a:pt x="11887199" y="3477103"/>
                  <a:pt x="11767503" y="3617934"/>
                  <a:pt x="11608343" y="3650505"/>
                </a:cubicBezTo>
                <a:lnTo>
                  <a:pt x="11537959" y="3657600"/>
                </a:lnTo>
                <a:lnTo>
                  <a:pt x="349240" y="3657600"/>
                </a:lnTo>
                <a:lnTo>
                  <a:pt x="278864" y="3650505"/>
                </a:lnTo>
                <a:cubicBezTo>
                  <a:pt x="119716" y="3617934"/>
                  <a:pt x="0" y="3477103"/>
                  <a:pt x="0" y="3308302"/>
                </a:cubicBezTo>
                <a:lnTo>
                  <a:pt x="0" y="349300"/>
                </a:lnTo>
                <a:cubicBezTo>
                  <a:pt x="0" y="156387"/>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F5C25ADA-14EB-6461-E2F0-23804E9719DE}"/>
              </a:ext>
            </a:extLst>
          </p:cNvPr>
          <p:cNvSpPr>
            <a:spLocks noGrp="1"/>
          </p:cNvSpPr>
          <p:nvPr>
            <p:ph sz="quarter" idx="14"/>
          </p:nvPr>
        </p:nvSpPr>
        <p:spPr>
          <a:xfrm>
            <a:off x="4082939" y="4345530"/>
            <a:ext cx="7728061" cy="1826671"/>
          </a:xfrm>
        </p:spPr>
        <p:txBody>
          <a:bodyPr vert="horz" lIns="91440" tIns="45720" rIns="91440" bIns="45720" rtlCol="0" anchor="t">
            <a:normAutofit/>
          </a:bodyPr>
          <a:lstStyle>
            <a:lvl1pPr marL="0" indent="0">
              <a:buNone/>
              <a:defRPr lang="en-US" b="0" dirty="0"/>
            </a:lvl1pPr>
            <a:lvl2pPr marL="228600" indent="0">
              <a:buNone/>
              <a:defRPr lang="en-US" b="0" dirty="0"/>
            </a:lvl2pPr>
            <a:lvl3pPr marL="457200" indent="0">
              <a:buNone/>
              <a:defRPr lang="en-US" b="0" dirty="0"/>
            </a:lvl3pPr>
            <a:lvl4pPr marL="685800" indent="0">
              <a:buNone/>
              <a:defRPr lang="en-US" b="0" dirty="0"/>
            </a:lvl4pPr>
            <a:lvl5pPr marL="914400" indent="0">
              <a:buNone/>
              <a:defRPr lang="en-US" b="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10">
            <a:extLst>
              <a:ext uri="{FF2B5EF4-FFF2-40B4-BE49-F238E27FC236}">
                <a16:creationId xmlns:a16="http://schemas.microsoft.com/office/drawing/2014/main" id="{D1447E62-D723-1AD3-FCE7-8C1C684F1AE2}"/>
              </a:ext>
            </a:extLst>
          </p:cNvPr>
          <p:cNvSpPr>
            <a:spLocks noGrp="1"/>
          </p:cNvSpPr>
          <p:nvPr>
            <p:ph type="ftr" sz="quarter" idx="11"/>
          </p:nvPr>
        </p:nvSpPr>
        <p:spPr>
          <a:xfrm>
            <a:off x="6280176" y="152400"/>
            <a:ext cx="3200400" cy="365125"/>
          </a:xfrm>
        </p:spPr>
        <p:txBody>
          <a:bodyPr/>
          <a:lstStyle>
            <a:lvl1pPr>
              <a:defRPr>
                <a:solidFill>
                  <a:schemeClr val="tx1"/>
                </a:solidFill>
              </a:defRPr>
            </a:lvl1pPr>
          </a:lstStyle>
          <a:p>
            <a:r>
              <a:rPr lang="en-US"/>
              <a:t>Sample Footer Text</a:t>
            </a:r>
          </a:p>
        </p:txBody>
      </p:sp>
      <p:sp>
        <p:nvSpPr>
          <p:cNvPr id="6" name="Date Placeholder 5">
            <a:extLst>
              <a:ext uri="{FF2B5EF4-FFF2-40B4-BE49-F238E27FC236}">
                <a16:creationId xmlns:a16="http://schemas.microsoft.com/office/drawing/2014/main" id="{45E8C42D-01F2-2431-12B7-49150F0EB1EC}"/>
              </a:ext>
            </a:extLst>
          </p:cNvPr>
          <p:cNvSpPr>
            <a:spLocks noGrp="1"/>
          </p:cNvSpPr>
          <p:nvPr>
            <p:ph type="dt" sz="half" idx="10"/>
          </p:nvPr>
        </p:nvSpPr>
        <p:spPr>
          <a:xfrm>
            <a:off x="9531099" y="152400"/>
            <a:ext cx="1800171" cy="365125"/>
          </a:xfrm>
        </p:spPr>
        <p:txBody>
          <a:bodyPr/>
          <a:lstStyle>
            <a:lvl1pPr>
              <a:defRPr>
                <a:solidFill>
                  <a:schemeClr val="tx1"/>
                </a:solidFill>
              </a:defRPr>
            </a:lvl1pPr>
          </a:lstStyle>
          <a:p>
            <a:fld id="{BE0F28E2-1197-1343-806E-BC1F6DA16A33}" type="datetime1">
              <a:rPr lang="en-US" smtClean="0"/>
              <a:t>7/16/2026</a:t>
            </a:fld>
            <a:endParaRPr lang="en-US"/>
          </a:p>
        </p:txBody>
      </p:sp>
      <p:sp>
        <p:nvSpPr>
          <p:cNvPr id="9" name="Slide Number Placeholder 11">
            <a:extLst>
              <a:ext uri="{FF2B5EF4-FFF2-40B4-BE49-F238E27FC236}">
                <a16:creationId xmlns:a16="http://schemas.microsoft.com/office/drawing/2014/main" id="{2640E1DF-A13A-6148-B46F-FE494C764D32}"/>
              </a:ext>
            </a:extLst>
          </p:cNvPr>
          <p:cNvSpPr>
            <a:spLocks noGrp="1"/>
          </p:cNvSpPr>
          <p:nvPr>
            <p:ph type="sldNum" sz="quarter" idx="12"/>
          </p:nvPr>
        </p:nvSpPr>
        <p:spPr>
          <a:xfrm>
            <a:off x="11381793" y="15240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589320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bg>
      <p:bgPr>
        <a:solidFill>
          <a:schemeClr val="bg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47B94B1-4C38-393F-A72D-C7C641B0A979}"/>
              </a:ext>
            </a:extLst>
          </p:cNvPr>
          <p:cNvSpPr>
            <a:spLocks noGrp="1"/>
          </p:cNvSpPr>
          <p:nvPr>
            <p:ph type="title"/>
          </p:nvPr>
        </p:nvSpPr>
        <p:spPr>
          <a:xfrm>
            <a:off x="381000" y="685800"/>
            <a:ext cx="2971800" cy="1826669"/>
          </a:xfrm>
        </p:spPr>
        <p:txBody>
          <a:bodyPr anchor="t">
            <a:normAutofit/>
          </a:bodyPr>
          <a:lstStyle>
            <a:lvl1pPr>
              <a:defRPr sz="3000"/>
            </a:lvl1pPr>
          </a:lstStyle>
          <a:p>
            <a:r>
              <a:rPr lang="en-US"/>
              <a:t>Click to edit Master title style</a:t>
            </a:r>
          </a:p>
        </p:txBody>
      </p:sp>
      <p:sp>
        <p:nvSpPr>
          <p:cNvPr id="13" name="Content Placeholder 7">
            <a:extLst>
              <a:ext uri="{FF2B5EF4-FFF2-40B4-BE49-F238E27FC236}">
                <a16:creationId xmlns:a16="http://schemas.microsoft.com/office/drawing/2014/main" id="{545D6F5E-CDF1-973E-993B-489A3F29246A}"/>
              </a:ext>
            </a:extLst>
          </p:cNvPr>
          <p:cNvSpPr>
            <a:spLocks noGrp="1"/>
          </p:cNvSpPr>
          <p:nvPr>
            <p:ph sz="quarter" idx="14"/>
          </p:nvPr>
        </p:nvSpPr>
        <p:spPr>
          <a:xfrm>
            <a:off x="4082939" y="685799"/>
            <a:ext cx="7728061" cy="1826671"/>
          </a:xfrm>
        </p:spPr>
        <p:txBody>
          <a:bodyPr vert="horz" lIns="91440" tIns="45720" rIns="91440" bIns="45720" rtlCol="0" anchor="t">
            <a:normAutofit/>
          </a:bodyPr>
          <a:lstStyle>
            <a:lvl1pPr marL="0" indent="0">
              <a:buNone/>
              <a:defRPr lang="en-US" b="0" dirty="0"/>
            </a:lvl1pPr>
            <a:lvl2pPr marL="228600" indent="0">
              <a:buNone/>
              <a:defRPr lang="en-US" b="0" dirty="0"/>
            </a:lvl2pPr>
            <a:lvl3pPr marL="457200" indent="0">
              <a:buNone/>
              <a:defRPr lang="en-US" b="0" dirty="0"/>
            </a:lvl3pPr>
            <a:lvl4pPr marL="685800" indent="0">
              <a:buNone/>
              <a:defRPr lang="en-US" b="0" dirty="0"/>
            </a:lvl4pPr>
            <a:lvl5pPr marL="914400" indent="0">
              <a:buNone/>
              <a:defRPr lang="en-US" b="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DB02DF14-5E7A-A865-A415-188A8F69716F}"/>
              </a:ext>
            </a:extLst>
          </p:cNvPr>
          <p:cNvSpPr>
            <a:spLocks noGrp="1"/>
          </p:cNvSpPr>
          <p:nvPr>
            <p:ph type="pic" sz="quarter" idx="15"/>
          </p:nvPr>
        </p:nvSpPr>
        <p:spPr>
          <a:xfrm>
            <a:off x="152401" y="3054854"/>
            <a:ext cx="11887199" cy="3657600"/>
          </a:xfrm>
          <a:custGeom>
            <a:avLst/>
            <a:gdLst>
              <a:gd name="connsiteX0" fmla="*/ 349240 w 11887199"/>
              <a:gd name="connsiteY0" fmla="*/ 0 h 3657600"/>
              <a:gd name="connsiteX1" fmla="*/ 11537959 w 11887199"/>
              <a:gd name="connsiteY1" fmla="*/ 0 h 3657600"/>
              <a:gd name="connsiteX2" fmla="*/ 11608343 w 11887199"/>
              <a:gd name="connsiteY2" fmla="*/ 7096 h 3657600"/>
              <a:gd name="connsiteX3" fmla="*/ 11887199 w 11887199"/>
              <a:gd name="connsiteY3" fmla="*/ 349299 h 3657600"/>
              <a:gd name="connsiteX4" fmla="*/ 11887199 w 11887199"/>
              <a:gd name="connsiteY4" fmla="*/ 2766893 h 3657600"/>
              <a:gd name="connsiteX5" fmla="*/ 11537949 w 11887199"/>
              <a:gd name="connsiteY5" fmla="*/ 3116193 h 3657600"/>
              <a:gd name="connsiteX6" fmla="*/ 6214268 w 11887199"/>
              <a:gd name="connsiteY6" fmla="*/ 3116193 h 3657600"/>
              <a:gd name="connsiteX7" fmla="*/ 5943600 w 11887199"/>
              <a:gd name="connsiteY7" fmla="*/ 3386896 h 3657600"/>
              <a:gd name="connsiteX8" fmla="*/ 5672932 w 11887199"/>
              <a:gd name="connsiteY8" fmla="*/ 3657600 h 3657600"/>
              <a:gd name="connsiteX9" fmla="*/ 349250 w 11887199"/>
              <a:gd name="connsiteY9" fmla="*/ 3657600 h 3657600"/>
              <a:gd name="connsiteX10" fmla="*/ 0 w 11887199"/>
              <a:gd name="connsiteY10" fmla="*/ 3308301 h 3657600"/>
              <a:gd name="connsiteX11" fmla="*/ 0 w 11887199"/>
              <a:gd name="connsiteY11" fmla="*/ 349299 h 3657600"/>
              <a:gd name="connsiteX12" fmla="*/ 278864 w 11887199"/>
              <a:gd name="connsiteY12" fmla="*/ 7096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87199" h="3657600">
                <a:moveTo>
                  <a:pt x="349240" y="0"/>
                </a:moveTo>
                <a:lnTo>
                  <a:pt x="11537959" y="0"/>
                </a:lnTo>
                <a:lnTo>
                  <a:pt x="11608343" y="7096"/>
                </a:lnTo>
                <a:cubicBezTo>
                  <a:pt x="11767503" y="39666"/>
                  <a:pt x="11887199" y="180498"/>
                  <a:pt x="11887199" y="349299"/>
                </a:cubicBezTo>
                <a:lnTo>
                  <a:pt x="11887199" y="2766893"/>
                </a:lnTo>
                <a:cubicBezTo>
                  <a:pt x="11887199" y="2959808"/>
                  <a:pt x="11730862" y="3116193"/>
                  <a:pt x="11537949" y="3116193"/>
                </a:cubicBezTo>
                <a:lnTo>
                  <a:pt x="6214268" y="3116193"/>
                </a:lnTo>
                <a:cubicBezTo>
                  <a:pt x="6064783" y="3116193"/>
                  <a:pt x="5943600" y="3237391"/>
                  <a:pt x="5943600" y="3386896"/>
                </a:cubicBezTo>
                <a:cubicBezTo>
                  <a:pt x="5943600" y="3536402"/>
                  <a:pt x="5822416" y="3657600"/>
                  <a:pt x="5672932" y="3657600"/>
                </a:cubicBezTo>
                <a:lnTo>
                  <a:pt x="349250" y="3657600"/>
                </a:lnTo>
                <a:cubicBezTo>
                  <a:pt x="156364" y="3657600"/>
                  <a:pt x="0" y="3501213"/>
                  <a:pt x="0" y="3308301"/>
                </a:cubicBezTo>
                <a:lnTo>
                  <a:pt x="0" y="349299"/>
                </a:lnTo>
                <a:cubicBezTo>
                  <a:pt x="0" y="180498"/>
                  <a:pt x="119716" y="39666"/>
                  <a:pt x="278864" y="7096"/>
                </a:cubicBezTo>
                <a:close/>
              </a:path>
            </a:pathLst>
          </a:custGeom>
          <a:blipFill>
            <a:blip r:embed="rId2">
              <a:alphaModFix amt="60000"/>
            </a:blip>
            <a:stretch>
              <a:fillRect/>
            </a:stretch>
          </a:blipFill>
        </p:spPr>
        <p:txBody>
          <a:bodyPr wrap="square">
            <a:noAutofit/>
          </a:bodyPr>
          <a:lstStyle/>
          <a:p>
            <a:endParaRPr lang="en-US"/>
          </a:p>
        </p:txBody>
      </p:sp>
      <p:sp>
        <p:nvSpPr>
          <p:cNvPr id="6" name="Footer Placeholder 10">
            <a:extLst>
              <a:ext uri="{FF2B5EF4-FFF2-40B4-BE49-F238E27FC236}">
                <a16:creationId xmlns:a16="http://schemas.microsoft.com/office/drawing/2014/main" id="{5B89C830-D686-4689-2593-4D5E5A4B0AB4}"/>
              </a:ext>
            </a:extLst>
          </p:cNvPr>
          <p:cNvSpPr>
            <a:spLocks noGrp="1"/>
          </p:cNvSpPr>
          <p:nvPr>
            <p:ph type="ftr" sz="quarter" idx="11"/>
          </p:nvPr>
        </p:nvSpPr>
        <p:spPr>
          <a:xfrm>
            <a:off x="6280176" y="6340475"/>
            <a:ext cx="3200400" cy="365125"/>
          </a:xfrm>
        </p:spPr>
        <p:txBody>
          <a:bodyPr/>
          <a:lstStyle>
            <a:lvl1pPr>
              <a:defRPr>
                <a:solidFill>
                  <a:schemeClr val="tx1"/>
                </a:solidFill>
              </a:defRPr>
            </a:lvl1pPr>
          </a:lstStyle>
          <a:p>
            <a:r>
              <a:rPr lang="en-US"/>
              <a:t>Sample Footer Text</a:t>
            </a:r>
          </a:p>
        </p:txBody>
      </p:sp>
      <p:sp>
        <p:nvSpPr>
          <p:cNvPr id="7" name="Date Placeholder 5">
            <a:extLst>
              <a:ext uri="{FF2B5EF4-FFF2-40B4-BE49-F238E27FC236}">
                <a16:creationId xmlns:a16="http://schemas.microsoft.com/office/drawing/2014/main" id="{883CE0EE-3E85-AAD1-D853-82A253F49445}"/>
              </a:ext>
            </a:extLst>
          </p:cNvPr>
          <p:cNvSpPr>
            <a:spLocks noGrp="1"/>
          </p:cNvSpPr>
          <p:nvPr>
            <p:ph type="dt" sz="half" idx="10"/>
          </p:nvPr>
        </p:nvSpPr>
        <p:spPr>
          <a:xfrm>
            <a:off x="9531099" y="6340475"/>
            <a:ext cx="1800171" cy="365125"/>
          </a:xfrm>
        </p:spPr>
        <p:txBody>
          <a:bodyPr/>
          <a:lstStyle>
            <a:lvl1pPr>
              <a:defRPr>
                <a:solidFill>
                  <a:schemeClr val="tx1"/>
                </a:solidFill>
              </a:defRPr>
            </a:lvl1pPr>
          </a:lstStyle>
          <a:p>
            <a:fld id="{BE0F28E2-1197-1343-806E-BC1F6DA16A33}" type="datetime1">
              <a:rPr lang="en-US" smtClean="0"/>
              <a:t>7/16/2026</a:t>
            </a:fld>
            <a:endParaRPr lang="en-US"/>
          </a:p>
        </p:txBody>
      </p:sp>
      <p:sp>
        <p:nvSpPr>
          <p:cNvPr id="8" name="Slide Number Placeholder 11">
            <a:extLst>
              <a:ext uri="{FF2B5EF4-FFF2-40B4-BE49-F238E27FC236}">
                <a16:creationId xmlns:a16="http://schemas.microsoft.com/office/drawing/2014/main" id="{D8AE04DF-032A-5A39-9A01-03B5A033761D}"/>
              </a:ext>
            </a:extLst>
          </p:cNvPr>
          <p:cNvSpPr>
            <a:spLocks noGrp="1"/>
          </p:cNvSpPr>
          <p:nvPr>
            <p:ph type="sldNum" sz="quarter" idx="12"/>
          </p:nvPr>
        </p:nvSpPr>
        <p:spPr>
          <a:xfrm>
            <a:off x="11381793" y="6340475"/>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9817180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bg>
      <p:bgPr>
        <a:solidFill>
          <a:schemeClr val="bg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3B9DEC9-1D26-F04D-4F91-7BE751BC626C}"/>
              </a:ext>
            </a:extLst>
          </p:cNvPr>
          <p:cNvSpPr>
            <a:spLocks noGrp="1"/>
          </p:cNvSpPr>
          <p:nvPr>
            <p:ph type="title"/>
          </p:nvPr>
        </p:nvSpPr>
        <p:spPr>
          <a:xfrm>
            <a:off x="5413247" y="685800"/>
            <a:ext cx="6397627" cy="1142663"/>
          </a:xfrm>
          <a:prstGeom prst="rect">
            <a:avLst/>
          </a:prstGeo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928F18B1-D300-366A-498B-4EC8E39E1040}"/>
              </a:ext>
            </a:extLst>
          </p:cNvPr>
          <p:cNvSpPr>
            <a:spLocks noGrp="1"/>
          </p:cNvSpPr>
          <p:nvPr>
            <p:ph type="pic" sz="quarter" idx="15"/>
          </p:nvPr>
        </p:nvSpPr>
        <p:spPr>
          <a:xfrm>
            <a:off x="152400" y="158229"/>
            <a:ext cx="4114800" cy="6541541"/>
          </a:xfrm>
          <a:custGeom>
            <a:avLst/>
            <a:gdLst>
              <a:gd name="connsiteX0" fmla="*/ 2057660 w 4114800"/>
              <a:gd name="connsiteY0" fmla="*/ 0 h 6541541"/>
              <a:gd name="connsiteX1" fmla="*/ 3765550 w 4114800"/>
              <a:gd name="connsiteY1" fmla="*/ 0 h 6541541"/>
              <a:gd name="connsiteX2" fmla="*/ 4114800 w 4114800"/>
              <a:gd name="connsiteY2" fmla="*/ 348912 h 6541541"/>
              <a:gd name="connsiteX3" fmla="*/ 4114800 w 4114800"/>
              <a:gd name="connsiteY3" fmla="*/ 6196917 h 6541541"/>
              <a:gd name="connsiteX4" fmla="*/ 3835937 w 4114800"/>
              <a:gd name="connsiteY4" fmla="*/ 6538758 h 6541541"/>
              <a:gd name="connsiteX5" fmla="*/ 3808308 w 4114800"/>
              <a:gd name="connsiteY5" fmla="*/ 6541541 h 6541541"/>
              <a:gd name="connsiteX6" fmla="*/ 2286457 w 4114800"/>
              <a:gd name="connsiteY6" fmla="*/ 6541541 h 6541541"/>
              <a:gd name="connsiteX7" fmla="*/ 2210336 w 4114800"/>
              <a:gd name="connsiteY7" fmla="*/ 6526184 h 6541541"/>
              <a:gd name="connsiteX8" fmla="*/ 2057400 w 4114800"/>
              <a:gd name="connsiteY8" fmla="*/ 6295666 h 6541541"/>
              <a:gd name="connsiteX9" fmla="*/ 1806994 w 4114800"/>
              <a:gd name="connsiteY9" fmla="*/ 6045508 h 6541541"/>
              <a:gd name="connsiteX10" fmla="*/ 349250 w 4114800"/>
              <a:gd name="connsiteY10" fmla="*/ 6045508 h 6541541"/>
              <a:gd name="connsiteX11" fmla="*/ 0 w 4114800"/>
              <a:gd name="connsiteY11" fmla="*/ 5696597 h 6541541"/>
              <a:gd name="connsiteX12" fmla="*/ 0 w 4114800"/>
              <a:gd name="connsiteY12" fmla="*/ 349425 h 6541541"/>
              <a:gd name="connsiteX13" fmla="*/ 349250 w 4114800"/>
              <a:gd name="connsiteY13" fmla="*/ 514 h 6541541"/>
              <a:gd name="connsiteX14" fmla="*/ 2057140 w 4114800"/>
              <a:gd name="connsiteY14" fmla="*/ 514 h 6541541"/>
              <a:gd name="connsiteX15" fmla="*/ 2057400 w 4114800"/>
              <a:gd name="connsiteY15" fmla="*/ 257 h 6541541"/>
              <a:gd name="connsiteX16" fmla="*/ 2057660 w 4114800"/>
              <a:gd name="connsiteY16" fmla="*/ 0 h 654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14800" h="6541541">
                <a:moveTo>
                  <a:pt x="2057660" y="0"/>
                </a:moveTo>
                <a:lnTo>
                  <a:pt x="3765550" y="0"/>
                </a:lnTo>
                <a:cubicBezTo>
                  <a:pt x="3958438" y="0"/>
                  <a:pt x="4114800" y="156213"/>
                  <a:pt x="4114800" y="348912"/>
                </a:cubicBezTo>
                <a:lnTo>
                  <a:pt x="4114800" y="6196917"/>
                </a:lnTo>
                <a:cubicBezTo>
                  <a:pt x="4114800" y="6365514"/>
                  <a:pt x="3995085" y="6506217"/>
                  <a:pt x="3835937" y="6538758"/>
                </a:cubicBezTo>
                <a:lnTo>
                  <a:pt x="3808308" y="6541541"/>
                </a:lnTo>
                <a:lnTo>
                  <a:pt x="2286457" y="6541541"/>
                </a:lnTo>
                <a:lnTo>
                  <a:pt x="2210336" y="6526184"/>
                </a:lnTo>
                <a:cubicBezTo>
                  <a:pt x="2120461" y="6488200"/>
                  <a:pt x="2057400" y="6399278"/>
                  <a:pt x="2057400" y="6295666"/>
                </a:cubicBezTo>
                <a:cubicBezTo>
                  <a:pt x="2057400" y="6157509"/>
                  <a:pt x="1945291" y="6045508"/>
                  <a:pt x="1806994" y="6045508"/>
                </a:cubicBezTo>
                <a:lnTo>
                  <a:pt x="349250" y="6045508"/>
                </a:lnTo>
                <a:cubicBezTo>
                  <a:pt x="156364" y="6045508"/>
                  <a:pt x="0" y="5889291"/>
                  <a:pt x="0" y="5696597"/>
                </a:cubicBezTo>
                <a:lnTo>
                  <a:pt x="0" y="349425"/>
                </a:lnTo>
                <a:cubicBezTo>
                  <a:pt x="0" y="156727"/>
                  <a:pt x="156364" y="514"/>
                  <a:pt x="349250" y="514"/>
                </a:cubicBezTo>
                <a:lnTo>
                  <a:pt x="2057140" y="514"/>
                </a:lnTo>
                <a:cubicBezTo>
                  <a:pt x="2057286" y="514"/>
                  <a:pt x="2057400" y="399"/>
                  <a:pt x="2057400" y="257"/>
                </a:cubicBezTo>
                <a:cubicBezTo>
                  <a:pt x="2057400" y="115"/>
                  <a:pt x="2057514" y="0"/>
                  <a:pt x="2057660" y="0"/>
                </a:cubicBezTo>
                <a:close/>
              </a:path>
            </a:pathLst>
          </a:custGeom>
          <a:blipFill>
            <a:blip r:embed="rId2">
              <a:alphaModFix amt="60000"/>
            </a:blip>
            <a:stretch>
              <a:fillRect/>
            </a:stretch>
          </a:blipFill>
        </p:spPr>
        <p:txBody>
          <a:bodyPr wrap="square">
            <a:noAutofit/>
          </a:bodyPr>
          <a:lstStyle/>
          <a:p>
            <a:endParaRPr lang="en-US"/>
          </a:p>
        </p:txBody>
      </p:sp>
      <p:sp>
        <p:nvSpPr>
          <p:cNvPr id="5" name="Content Placeholder 7">
            <a:extLst>
              <a:ext uri="{FF2B5EF4-FFF2-40B4-BE49-F238E27FC236}">
                <a16:creationId xmlns:a16="http://schemas.microsoft.com/office/drawing/2014/main" id="{7D22B98A-40DC-D510-5762-8D7E05344EF8}"/>
              </a:ext>
            </a:extLst>
          </p:cNvPr>
          <p:cNvSpPr>
            <a:spLocks noGrp="1"/>
          </p:cNvSpPr>
          <p:nvPr>
            <p:ph sz="quarter" idx="14"/>
          </p:nvPr>
        </p:nvSpPr>
        <p:spPr>
          <a:xfrm>
            <a:off x="5413248" y="1975104"/>
            <a:ext cx="6397752" cy="419709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Footer Placeholder 19">
            <a:extLst>
              <a:ext uri="{FF2B5EF4-FFF2-40B4-BE49-F238E27FC236}">
                <a16:creationId xmlns:a16="http://schemas.microsoft.com/office/drawing/2014/main" id="{A609F3E3-1112-85CA-D49A-1AFA4D2EE9A1}"/>
              </a:ext>
            </a:extLst>
          </p:cNvPr>
          <p:cNvSpPr>
            <a:spLocks noGrp="1"/>
          </p:cNvSpPr>
          <p:nvPr>
            <p:ph type="ftr" sz="quarter" idx="17"/>
          </p:nvPr>
        </p:nvSpPr>
        <p:spPr>
          <a:xfrm>
            <a:off x="152400" y="6347057"/>
            <a:ext cx="1828800" cy="365125"/>
          </a:xfrm>
        </p:spPr>
        <p:txBody>
          <a:bodyPr/>
          <a:lstStyle/>
          <a:p>
            <a:r>
              <a:rPr lang="en-US"/>
              <a:t>Sample Footer Text</a:t>
            </a:r>
          </a:p>
        </p:txBody>
      </p:sp>
      <p:sp>
        <p:nvSpPr>
          <p:cNvPr id="19" name="Date Placeholder 18">
            <a:extLst>
              <a:ext uri="{FF2B5EF4-FFF2-40B4-BE49-F238E27FC236}">
                <a16:creationId xmlns:a16="http://schemas.microsoft.com/office/drawing/2014/main" id="{C59FF3C9-456C-3AAB-471D-B5041A7C8F52}"/>
              </a:ext>
            </a:extLst>
          </p:cNvPr>
          <p:cNvSpPr>
            <a:spLocks noGrp="1"/>
          </p:cNvSpPr>
          <p:nvPr>
            <p:ph type="dt" sz="half" idx="16"/>
          </p:nvPr>
        </p:nvSpPr>
        <p:spPr/>
        <p:txBody>
          <a:bodyPr/>
          <a:lstStyle/>
          <a:p>
            <a:fld id="{3C3C2431-2FCD-D448-9C7B-DAD39E7098D4}" type="datetime1">
              <a:rPr lang="en-US" smtClean="0"/>
              <a:t>7/16/2026</a:t>
            </a:fld>
            <a:endParaRPr lang="en-US"/>
          </a:p>
        </p:txBody>
      </p:sp>
      <p:sp>
        <p:nvSpPr>
          <p:cNvPr id="21" name="Slide Number Placeholder 20">
            <a:extLst>
              <a:ext uri="{FF2B5EF4-FFF2-40B4-BE49-F238E27FC236}">
                <a16:creationId xmlns:a16="http://schemas.microsoft.com/office/drawing/2014/main" id="{6FAE64D4-18BA-2404-B462-D1802671329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0593559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5D6DDB8-5811-6664-8989-B01BF0EE5374}"/>
              </a:ext>
            </a:extLst>
          </p:cNvPr>
          <p:cNvSpPr>
            <a:spLocks noGrp="1"/>
          </p:cNvSpPr>
          <p:nvPr>
            <p:ph type="title"/>
          </p:nvPr>
        </p:nvSpPr>
        <p:spPr>
          <a:xfrm>
            <a:off x="381000" y="685800"/>
            <a:ext cx="6397627" cy="1142663"/>
          </a:xfrm>
          <a:prstGeom prst="rect">
            <a:avLst/>
          </a:prstGeom>
        </p:spPr>
        <p:txBody>
          <a:bodyPr anchor="t"/>
          <a:lstStyle/>
          <a:p>
            <a:r>
              <a:rPr lang="en-US"/>
              <a:t>Click to edit Master title style</a:t>
            </a:r>
          </a:p>
        </p:txBody>
      </p:sp>
      <p:sp>
        <p:nvSpPr>
          <p:cNvPr id="4" name="Content Placeholder 7">
            <a:extLst>
              <a:ext uri="{FF2B5EF4-FFF2-40B4-BE49-F238E27FC236}">
                <a16:creationId xmlns:a16="http://schemas.microsoft.com/office/drawing/2014/main" id="{C7F23778-AA2D-3DAA-BAE5-8115D1C14482}"/>
              </a:ext>
            </a:extLst>
          </p:cNvPr>
          <p:cNvSpPr>
            <a:spLocks noGrp="1"/>
          </p:cNvSpPr>
          <p:nvPr>
            <p:ph sz="quarter" idx="14"/>
          </p:nvPr>
        </p:nvSpPr>
        <p:spPr>
          <a:xfrm>
            <a:off x="381001" y="1975104"/>
            <a:ext cx="6397752" cy="419709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8CC844A9-5FCD-4F36-D819-777BAF06E7C9}"/>
              </a:ext>
            </a:extLst>
          </p:cNvPr>
          <p:cNvSpPr>
            <a:spLocks noGrp="1"/>
          </p:cNvSpPr>
          <p:nvPr>
            <p:ph type="pic" sz="quarter" idx="15"/>
          </p:nvPr>
        </p:nvSpPr>
        <p:spPr>
          <a:xfrm>
            <a:off x="7906061" y="156076"/>
            <a:ext cx="4114800" cy="6545847"/>
          </a:xfrm>
          <a:custGeom>
            <a:avLst/>
            <a:gdLst>
              <a:gd name="connsiteX0" fmla="*/ 349250 w 4114800"/>
              <a:gd name="connsiteY0" fmla="*/ 0 h 6545847"/>
              <a:gd name="connsiteX1" fmla="*/ 2057140 w 4114800"/>
              <a:gd name="connsiteY1" fmla="*/ 0 h 6545847"/>
              <a:gd name="connsiteX2" fmla="*/ 2057400 w 4114800"/>
              <a:gd name="connsiteY2" fmla="*/ 257 h 6545847"/>
              <a:gd name="connsiteX3" fmla="*/ 2057660 w 4114800"/>
              <a:gd name="connsiteY3" fmla="*/ 514 h 6545847"/>
              <a:gd name="connsiteX4" fmla="*/ 3765550 w 4114800"/>
              <a:gd name="connsiteY4" fmla="*/ 514 h 6545847"/>
              <a:gd name="connsiteX5" fmla="*/ 4114800 w 4114800"/>
              <a:gd name="connsiteY5" fmla="*/ 349425 h 6545847"/>
              <a:gd name="connsiteX6" fmla="*/ 4114800 w 4114800"/>
              <a:gd name="connsiteY6" fmla="*/ 5696597 h 6545847"/>
              <a:gd name="connsiteX7" fmla="*/ 3765550 w 4114800"/>
              <a:gd name="connsiteY7" fmla="*/ 6045508 h 6545847"/>
              <a:gd name="connsiteX8" fmla="*/ 2307806 w 4114800"/>
              <a:gd name="connsiteY8" fmla="*/ 6045508 h 6545847"/>
              <a:gd name="connsiteX9" fmla="*/ 2057400 w 4114800"/>
              <a:gd name="connsiteY9" fmla="*/ 6295666 h 6545847"/>
              <a:gd name="connsiteX10" fmla="*/ 1904464 w 4114800"/>
              <a:gd name="connsiteY10" fmla="*/ 6526185 h 6545847"/>
              <a:gd name="connsiteX11" fmla="*/ 1806999 w 4114800"/>
              <a:gd name="connsiteY11" fmla="*/ 6545847 h 6545847"/>
              <a:gd name="connsiteX12" fmla="*/ 349241 w 4114800"/>
              <a:gd name="connsiteY12" fmla="*/ 6545847 h 6545847"/>
              <a:gd name="connsiteX13" fmla="*/ 278864 w 4114800"/>
              <a:gd name="connsiteY13" fmla="*/ 6538758 h 6545847"/>
              <a:gd name="connsiteX14" fmla="*/ 0 w 4114800"/>
              <a:gd name="connsiteY14" fmla="*/ 6196917 h 6545847"/>
              <a:gd name="connsiteX15" fmla="*/ 0 w 4114800"/>
              <a:gd name="connsiteY15" fmla="*/ 348912 h 6545847"/>
              <a:gd name="connsiteX16" fmla="*/ 349250 w 4114800"/>
              <a:gd name="connsiteY16" fmla="*/ 0 h 6545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14800" h="6545847">
                <a:moveTo>
                  <a:pt x="349250" y="0"/>
                </a:moveTo>
                <a:lnTo>
                  <a:pt x="2057140" y="0"/>
                </a:lnTo>
                <a:cubicBezTo>
                  <a:pt x="2057286" y="0"/>
                  <a:pt x="2057400" y="115"/>
                  <a:pt x="2057400" y="257"/>
                </a:cubicBezTo>
                <a:cubicBezTo>
                  <a:pt x="2057400" y="399"/>
                  <a:pt x="2057514" y="514"/>
                  <a:pt x="2057660" y="514"/>
                </a:cubicBezTo>
                <a:lnTo>
                  <a:pt x="3765550" y="514"/>
                </a:lnTo>
                <a:cubicBezTo>
                  <a:pt x="3958436" y="514"/>
                  <a:pt x="4114800" y="156727"/>
                  <a:pt x="4114800" y="349425"/>
                </a:cubicBezTo>
                <a:lnTo>
                  <a:pt x="4114800" y="5696597"/>
                </a:lnTo>
                <a:cubicBezTo>
                  <a:pt x="4114800" y="5889291"/>
                  <a:pt x="3958436" y="6045508"/>
                  <a:pt x="3765550" y="6045508"/>
                </a:cubicBezTo>
                <a:lnTo>
                  <a:pt x="2307806" y="6045508"/>
                </a:lnTo>
                <a:cubicBezTo>
                  <a:pt x="2169509" y="6045508"/>
                  <a:pt x="2057400" y="6157509"/>
                  <a:pt x="2057400" y="6295666"/>
                </a:cubicBezTo>
                <a:cubicBezTo>
                  <a:pt x="2057400" y="6399278"/>
                  <a:pt x="1994339" y="6488199"/>
                  <a:pt x="1904464" y="6526185"/>
                </a:cubicBezTo>
                <a:lnTo>
                  <a:pt x="1806999" y="6545847"/>
                </a:lnTo>
                <a:lnTo>
                  <a:pt x="349241" y="6545847"/>
                </a:lnTo>
                <a:lnTo>
                  <a:pt x="278864" y="6538758"/>
                </a:lnTo>
                <a:cubicBezTo>
                  <a:pt x="119715" y="6506217"/>
                  <a:pt x="0" y="6365514"/>
                  <a:pt x="0" y="6196917"/>
                </a:cubicBezTo>
                <a:lnTo>
                  <a:pt x="0" y="348912"/>
                </a:lnTo>
                <a:cubicBezTo>
                  <a:pt x="0" y="156213"/>
                  <a:pt x="156362" y="0"/>
                  <a:pt x="349250" y="0"/>
                </a:cubicBezTo>
                <a:close/>
              </a:path>
            </a:pathLst>
          </a:custGeom>
          <a:blipFill>
            <a:blip r:embed="rId2">
              <a:alphaModFix amt="60000"/>
            </a:blip>
            <a:stretch>
              <a:fillRect/>
            </a:stretch>
          </a:blipFill>
        </p:spPr>
        <p:txBody>
          <a:bodyPr wrap="square">
            <a:noAutofit/>
          </a:bodyPr>
          <a:lstStyle/>
          <a:p>
            <a:endParaRPr lang="en-US"/>
          </a:p>
        </p:txBody>
      </p:sp>
      <p:sp>
        <p:nvSpPr>
          <p:cNvPr id="11" name="Footer Placeholder 10">
            <a:extLst>
              <a:ext uri="{FF2B5EF4-FFF2-40B4-BE49-F238E27FC236}">
                <a16:creationId xmlns:a16="http://schemas.microsoft.com/office/drawing/2014/main" id="{710852DD-B54D-34C7-9E72-7622C228F7E2}"/>
              </a:ext>
            </a:extLst>
          </p:cNvPr>
          <p:cNvSpPr>
            <a:spLocks noGrp="1"/>
          </p:cNvSpPr>
          <p:nvPr>
            <p:ph type="ftr" sz="quarter" idx="17"/>
          </p:nvPr>
        </p:nvSpPr>
        <p:spPr/>
        <p:txBody>
          <a:bodyPr/>
          <a:lstStyle/>
          <a:p>
            <a:r>
              <a:rPr lang="en-US"/>
              <a:t>Sample Footer Text</a:t>
            </a:r>
          </a:p>
        </p:txBody>
      </p:sp>
      <p:sp>
        <p:nvSpPr>
          <p:cNvPr id="8" name="Date Placeholder 7">
            <a:extLst>
              <a:ext uri="{FF2B5EF4-FFF2-40B4-BE49-F238E27FC236}">
                <a16:creationId xmlns:a16="http://schemas.microsoft.com/office/drawing/2014/main" id="{ACE6582F-8DCF-A2BA-CA1C-F79F735B62D0}"/>
              </a:ext>
            </a:extLst>
          </p:cNvPr>
          <p:cNvSpPr>
            <a:spLocks noGrp="1"/>
          </p:cNvSpPr>
          <p:nvPr>
            <p:ph type="dt" sz="half" idx="16"/>
          </p:nvPr>
        </p:nvSpPr>
        <p:spPr>
          <a:xfrm>
            <a:off x="10210800" y="6340475"/>
            <a:ext cx="1342971" cy="365125"/>
          </a:xfrm>
        </p:spPr>
        <p:txBody>
          <a:bodyPr/>
          <a:lstStyle/>
          <a:p>
            <a:fld id="{6AF84008-CECF-4C4E-8814-FA8FA71DAEEA}" type="datetime1">
              <a:rPr lang="en-US" smtClean="0"/>
              <a:t>7/16/2026</a:t>
            </a:fld>
            <a:endParaRPr lang="en-US"/>
          </a:p>
        </p:txBody>
      </p:sp>
      <p:sp>
        <p:nvSpPr>
          <p:cNvPr id="12" name="Slide Number Placeholder 11">
            <a:extLst>
              <a:ext uri="{FF2B5EF4-FFF2-40B4-BE49-F238E27FC236}">
                <a16:creationId xmlns:a16="http://schemas.microsoft.com/office/drawing/2014/main" id="{B9BD7D67-F60C-B0D5-3BA0-673AE28E15F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3847462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bg>
      <p:bgPr>
        <a:solidFill>
          <a:schemeClr val="bg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17E539D-41A4-764A-4DF7-3869DAB2538F}"/>
              </a:ext>
            </a:extLst>
          </p:cNvPr>
          <p:cNvSpPr>
            <a:spLocks noGrp="1"/>
          </p:cNvSpPr>
          <p:nvPr>
            <p:ph type="title"/>
          </p:nvPr>
        </p:nvSpPr>
        <p:spPr>
          <a:xfrm>
            <a:off x="381000" y="685800"/>
            <a:ext cx="11429999" cy="903162"/>
          </a:xfrm>
        </p:spPr>
        <p:txBody>
          <a:bodyPr anchor="t"/>
          <a:lstStyle/>
          <a:p>
            <a:r>
              <a:rPr lang="en-US"/>
              <a:t>Click to edit Master title style</a:t>
            </a:r>
          </a:p>
        </p:txBody>
      </p:sp>
      <p:sp>
        <p:nvSpPr>
          <p:cNvPr id="17" name="Picture Placeholder 16">
            <a:extLst>
              <a:ext uri="{FF2B5EF4-FFF2-40B4-BE49-F238E27FC236}">
                <a16:creationId xmlns:a16="http://schemas.microsoft.com/office/drawing/2014/main" id="{7D0891CB-CD39-7CF0-8E4B-D8C55C76F3D0}"/>
              </a:ext>
            </a:extLst>
          </p:cNvPr>
          <p:cNvSpPr>
            <a:spLocks noGrp="1"/>
          </p:cNvSpPr>
          <p:nvPr>
            <p:ph type="pic" sz="quarter" idx="15"/>
          </p:nvPr>
        </p:nvSpPr>
        <p:spPr>
          <a:xfrm>
            <a:off x="381000" y="1829865"/>
            <a:ext cx="5486400" cy="4337060"/>
          </a:xfrm>
          <a:custGeom>
            <a:avLst/>
            <a:gdLst>
              <a:gd name="connsiteX0" fmla="*/ 349250 w 5486400"/>
              <a:gd name="connsiteY0" fmla="*/ 0 h 4337060"/>
              <a:gd name="connsiteX1" fmla="*/ 5137150 w 5486400"/>
              <a:gd name="connsiteY1" fmla="*/ 0 h 4337060"/>
              <a:gd name="connsiteX2" fmla="*/ 5486400 w 5486400"/>
              <a:gd name="connsiteY2" fmla="*/ 348740 h 4337060"/>
              <a:gd name="connsiteX3" fmla="*/ 5486400 w 5486400"/>
              <a:gd name="connsiteY3" fmla="*/ 3988320 h 4337060"/>
              <a:gd name="connsiteX4" fmla="*/ 5137150 w 5486400"/>
              <a:gd name="connsiteY4" fmla="*/ 4337060 h 4337060"/>
              <a:gd name="connsiteX5" fmla="*/ 349250 w 5486400"/>
              <a:gd name="connsiteY5" fmla="*/ 4337060 h 4337060"/>
              <a:gd name="connsiteX6" fmla="*/ 0 w 5486400"/>
              <a:gd name="connsiteY6" fmla="*/ 3988320 h 4337060"/>
              <a:gd name="connsiteX7" fmla="*/ 0 w 5486400"/>
              <a:gd name="connsiteY7" fmla="*/ 348740 h 4337060"/>
              <a:gd name="connsiteX8" fmla="*/ 349250 w 5486400"/>
              <a:gd name="connsiteY8" fmla="*/ 0 h 433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86400" h="4337060">
                <a:moveTo>
                  <a:pt x="349250" y="0"/>
                </a:moveTo>
                <a:lnTo>
                  <a:pt x="5137150" y="0"/>
                </a:lnTo>
                <a:cubicBezTo>
                  <a:pt x="5330038" y="0"/>
                  <a:pt x="5486400" y="156136"/>
                  <a:pt x="5486400" y="348740"/>
                </a:cubicBezTo>
                <a:lnTo>
                  <a:pt x="5486400" y="3988320"/>
                </a:lnTo>
                <a:cubicBezTo>
                  <a:pt x="5486400" y="4180925"/>
                  <a:pt x="5330038" y="4337060"/>
                  <a:pt x="5137150" y="4337060"/>
                </a:cubicBezTo>
                <a:lnTo>
                  <a:pt x="349250" y="4337060"/>
                </a:lnTo>
                <a:cubicBezTo>
                  <a:pt x="156364" y="4337060"/>
                  <a:pt x="0" y="4180925"/>
                  <a:pt x="0" y="3988320"/>
                </a:cubicBezTo>
                <a:lnTo>
                  <a:pt x="0" y="348740"/>
                </a:lnTo>
                <a:cubicBezTo>
                  <a:pt x="0" y="156136"/>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2" name="Content Placeholder 7">
            <a:extLst>
              <a:ext uri="{FF2B5EF4-FFF2-40B4-BE49-F238E27FC236}">
                <a16:creationId xmlns:a16="http://schemas.microsoft.com/office/drawing/2014/main" id="{4ECA27BB-D0F8-2A5A-E8E3-F36153E9A08B}"/>
              </a:ext>
            </a:extLst>
          </p:cNvPr>
          <p:cNvSpPr>
            <a:spLocks noGrp="1"/>
          </p:cNvSpPr>
          <p:nvPr>
            <p:ph sz="quarter" idx="14"/>
          </p:nvPr>
        </p:nvSpPr>
        <p:spPr>
          <a:xfrm>
            <a:off x="7010400" y="1828800"/>
            <a:ext cx="4800600" cy="4343399"/>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Footer Placeholder 20">
            <a:extLst>
              <a:ext uri="{FF2B5EF4-FFF2-40B4-BE49-F238E27FC236}">
                <a16:creationId xmlns:a16="http://schemas.microsoft.com/office/drawing/2014/main" id="{4E0ADA83-DE1E-DC24-E36B-98CC058AF41A}"/>
              </a:ext>
            </a:extLst>
          </p:cNvPr>
          <p:cNvSpPr>
            <a:spLocks noGrp="1"/>
          </p:cNvSpPr>
          <p:nvPr>
            <p:ph type="ftr" sz="quarter" idx="17"/>
          </p:nvPr>
        </p:nvSpPr>
        <p:spPr/>
        <p:txBody>
          <a:bodyPr/>
          <a:lstStyle/>
          <a:p>
            <a:r>
              <a:rPr lang="en-US"/>
              <a:t>Sample Footer Text</a:t>
            </a:r>
          </a:p>
        </p:txBody>
      </p:sp>
      <p:sp>
        <p:nvSpPr>
          <p:cNvPr id="20" name="Date Placeholder 19">
            <a:extLst>
              <a:ext uri="{FF2B5EF4-FFF2-40B4-BE49-F238E27FC236}">
                <a16:creationId xmlns:a16="http://schemas.microsoft.com/office/drawing/2014/main" id="{D5E3AAA1-460F-8482-6ADF-65CE2214C38A}"/>
              </a:ext>
            </a:extLst>
          </p:cNvPr>
          <p:cNvSpPr>
            <a:spLocks noGrp="1"/>
          </p:cNvSpPr>
          <p:nvPr>
            <p:ph type="dt" sz="half" idx="16"/>
          </p:nvPr>
        </p:nvSpPr>
        <p:spPr/>
        <p:txBody>
          <a:bodyPr/>
          <a:lstStyle/>
          <a:p>
            <a:fld id="{5F3A8F1C-349F-4D40-A069-7D38D41B5261}" type="datetime1">
              <a:rPr lang="en-US" smtClean="0"/>
              <a:t>7/16/2026</a:t>
            </a:fld>
            <a:endParaRPr lang="en-US"/>
          </a:p>
        </p:txBody>
      </p:sp>
      <p:sp>
        <p:nvSpPr>
          <p:cNvPr id="22" name="Slide Number Placeholder 21">
            <a:extLst>
              <a:ext uri="{FF2B5EF4-FFF2-40B4-BE49-F238E27FC236}">
                <a16:creationId xmlns:a16="http://schemas.microsoft.com/office/drawing/2014/main" id="{2426F5E3-3198-CD22-65DC-349FF7BA35FE}"/>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24364985"/>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E22DB0-7762-81D2-A14F-8B60FD58FFB9}"/>
              </a:ext>
            </a:extLst>
          </p:cNvPr>
          <p:cNvSpPr>
            <a:spLocks noGrp="1"/>
          </p:cNvSpPr>
          <p:nvPr>
            <p:ph type="title"/>
          </p:nvPr>
        </p:nvSpPr>
        <p:spPr>
          <a:xfrm>
            <a:off x="381001" y="685800"/>
            <a:ext cx="11423900" cy="903162"/>
          </a:xfrm>
        </p:spPr>
        <p:txBody>
          <a:bodyPr anchor="t"/>
          <a:lstStyle/>
          <a:p>
            <a:r>
              <a:rPr lang="en-US"/>
              <a:t>Click to edit Master title style</a:t>
            </a:r>
          </a:p>
        </p:txBody>
      </p:sp>
      <p:sp>
        <p:nvSpPr>
          <p:cNvPr id="3" name="Content Placeholder 7">
            <a:extLst>
              <a:ext uri="{FF2B5EF4-FFF2-40B4-BE49-F238E27FC236}">
                <a16:creationId xmlns:a16="http://schemas.microsoft.com/office/drawing/2014/main" id="{60D5937C-CA57-3862-2FCF-C4FC1366F4BD}"/>
              </a:ext>
            </a:extLst>
          </p:cNvPr>
          <p:cNvSpPr>
            <a:spLocks noGrp="1"/>
          </p:cNvSpPr>
          <p:nvPr>
            <p:ph sz="quarter" idx="14"/>
          </p:nvPr>
        </p:nvSpPr>
        <p:spPr>
          <a:xfrm>
            <a:off x="381000" y="1828800"/>
            <a:ext cx="3886200" cy="4343399"/>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22D281A9-5EBB-EB40-69FF-2C02AF0BF35C}"/>
              </a:ext>
            </a:extLst>
          </p:cNvPr>
          <p:cNvSpPr>
            <a:spLocks noGrp="1"/>
          </p:cNvSpPr>
          <p:nvPr>
            <p:ph type="pic" sz="quarter" idx="15"/>
          </p:nvPr>
        </p:nvSpPr>
        <p:spPr>
          <a:xfrm>
            <a:off x="5410200" y="1831970"/>
            <a:ext cx="6400800" cy="4337059"/>
          </a:xfrm>
          <a:custGeom>
            <a:avLst/>
            <a:gdLst>
              <a:gd name="connsiteX0" fmla="*/ 349250 w 6400800"/>
              <a:gd name="connsiteY0" fmla="*/ 0 h 4337059"/>
              <a:gd name="connsiteX1" fmla="*/ 6051550 w 6400800"/>
              <a:gd name="connsiteY1" fmla="*/ 0 h 4337059"/>
              <a:gd name="connsiteX2" fmla="*/ 6400800 w 6400800"/>
              <a:gd name="connsiteY2" fmla="*/ 348740 h 4337059"/>
              <a:gd name="connsiteX3" fmla="*/ 6400800 w 6400800"/>
              <a:gd name="connsiteY3" fmla="*/ 3988319 h 4337059"/>
              <a:gd name="connsiteX4" fmla="*/ 6051550 w 6400800"/>
              <a:gd name="connsiteY4" fmla="*/ 4337059 h 4337059"/>
              <a:gd name="connsiteX5" fmla="*/ 349250 w 6400800"/>
              <a:gd name="connsiteY5" fmla="*/ 4337059 h 4337059"/>
              <a:gd name="connsiteX6" fmla="*/ 0 w 6400800"/>
              <a:gd name="connsiteY6" fmla="*/ 3988319 h 4337059"/>
              <a:gd name="connsiteX7" fmla="*/ 0 w 6400800"/>
              <a:gd name="connsiteY7" fmla="*/ 348740 h 4337059"/>
              <a:gd name="connsiteX8" fmla="*/ 349250 w 6400800"/>
              <a:gd name="connsiteY8" fmla="*/ 0 h 4337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00800" h="4337059">
                <a:moveTo>
                  <a:pt x="349250" y="0"/>
                </a:moveTo>
                <a:lnTo>
                  <a:pt x="6051550" y="0"/>
                </a:lnTo>
                <a:cubicBezTo>
                  <a:pt x="6244438" y="0"/>
                  <a:pt x="6400800" y="156136"/>
                  <a:pt x="6400800" y="348740"/>
                </a:cubicBezTo>
                <a:lnTo>
                  <a:pt x="6400800" y="3988319"/>
                </a:lnTo>
                <a:cubicBezTo>
                  <a:pt x="6400800" y="4180925"/>
                  <a:pt x="6244438" y="4337059"/>
                  <a:pt x="6051550" y="4337059"/>
                </a:cubicBezTo>
                <a:lnTo>
                  <a:pt x="349250" y="4337059"/>
                </a:lnTo>
                <a:cubicBezTo>
                  <a:pt x="156364" y="4337059"/>
                  <a:pt x="0" y="4180925"/>
                  <a:pt x="0" y="3988319"/>
                </a:cubicBezTo>
                <a:lnTo>
                  <a:pt x="0" y="348740"/>
                </a:lnTo>
                <a:cubicBezTo>
                  <a:pt x="0" y="156136"/>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17" name="Footer Placeholder 16">
            <a:extLst>
              <a:ext uri="{FF2B5EF4-FFF2-40B4-BE49-F238E27FC236}">
                <a16:creationId xmlns:a16="http://schemas.microsoft.com/office/drawing/2014/main" id="{3DD0AF09-ED67-31D2-F311-9190CDEC29B9}"/>
              </a:ext>
            </a:extLst>
          </p:cNvPr>
          <p:cNvSpPr>
            <a:spLocks noGrp="1"/>
          </p:cNvSpPr>
          <p:nvPr>
            <p:ph type="ftr" sz="quarter" idx="17"/>
          </p:nvPr>
        </p:nvSpPr>
        <p:spPr/>
        <p:txBody>
          <a:bodyPr/>
          <a:lstStyle/>
          <a:p>
            <a:r>
              <a:rPr lang="en-US"/>
              <a:t>Sample Footer Text</a:t>
            </a:r>
          </a:p>
        </p:txBody>
      </p:sp>
      <p:sp>
        <p:nvSpPr>
          <p:cNvPr id="16" name="Date Placeholder 15">
            <a:extLst>
              <a:ext uri="{FF2B5EF4-FFF2-40B4-BE49-F238E27FC236}">
                <a16:creationId xmlns:a16="http://schemas.microsoft.com/office/drawing/2014/main" id="{21377DD6-5462-66F7-A829-133D33C0B93B}"/>
              </a:ext>
            </a:extLst>
          </p:cNvPr>
          <p:cNvSpPr>
            <a:spLocks noGrp="1"/>
          </p:cNvSpPr>
          <p:nvPr>
            <p:ph type="dt" sz="half" idx="16"/>
          </p:nvPr>
        </p:nvSpPr>
        <p:spPr/>
        <p:txBody>
          <a:bodyPr/>
          <a:lstStyle/>
          <a:p>
            <a:fld id="{93F60926-2D52-7E43-9B2B-7315B4A2BF0B}" type="datetime1">
              <a:rPr lang="en-US" smtClean="0"/>
              <a:t>7/16/2026</a:t>
            </a:fld>
            <a:endParaRPr lang="en-US"/>
          </a:p>
        </p:txBody>
      </p:sp>
      <p:sp>
        <p:nvSpPr>
          <p:cNvPr id="18" name="Slide Number Placeholder 17">
            <a:extLst>
              <a:ext uri="{FF2B5EF4-FFF2-40B4-BE49-F238E27FC236}">
                <a16:creationId xmlns:a16="http://schemas.microsoft.com/office/drawing/2014/main" id="{F11DD33E-851E-3928-D48D-DACBE36AABEF}"/>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2269190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FBD57C-3F77-67B8-C202-5C1CF2E93464}"/>
              </a:ext>
            </a:extLst>
          </p:cNvPr>
          <p:cNvSpPr>
            <a:spLocks noGrp="1"/>
          </p:cNvSpPr>
          <p:nvPr>
            <p:ph type="title"/>
          </p:nvPr>
        </p:nvSpPr>
        <p:spPr>
          <a:xfrm>
            <a:off x="381000" y="685800"/>
            <a:ext cx="11430000" cy="903162"/>
          </a:xfrm>
        </p:spPr>
        <p:txBody>
          <a:bodyPr anchor="t"/>
          <a:lstStyle/>
          <a:p>
            <a:r>
              <a:rPr lang="en-US"/>
              <a:t>Click to edit Master title style</a:t>
            </a:r>
          </a:p>
        </p:txBody>
      </p:sp>
      <p:sp>
        <p:nvSpPr>
          <p:cNvPr id="3" name="Content Placeholder 7">
            <a:extLst>
              <a:ext uri="{FF2B5EF4-FFF2-40B4-BE49-F238E27FC236}">
                <a16:creationId xmlns:a16="http://schemas.microsoft.com/office/drawing/2014/main" id="{0EB57046-E963-50F3-40A6-9F507864EDA4}"/>
              </a:ext>
            </a:extLst>
          </p:cNvPr>
          <p:cNvSpPr>
            <a:spLocks noGrp="1"/>
          </p:cNvSpPr>
          <p:nvPr>
            <p:ph sz="quarter" idx="14"/>
          </p:nvPr>
        </p:nvSpPr>
        <p:spPr>
          <a:xfrm>
            <a:off x="381000" y="1828800"/>
            <a:ext cx="4800600" cy="4343399"/>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6A3E366D-68C4-CD6B-3D8C-CDF1FD790000}"/>
              </a:ext>
            </a:extLst>
          </p:cNvPr>
          <p:cNvSpPr>
            <a:spLocks noGrp="1"/>
          </p:cNvSpPr>
          <p:nvPr>
            <p:ph type="pic" sz="quarter" idx="15"/>
          </p:nvPr>
        </p:nvSpPr>
        <p:spPr>
          <a:xfrm>
            <a:off x="6324600" y="1829865"/>
            <a:ext cx="5486400" cy="4337060"/>
          </a:xfrm>
          <a:custGeom>
            <a:avLst/>
            <a:gdLst>
              <a:gd name="connsiteX0" fmla="*/ 349250 w 5486400"/>
              <a:gd name="connsiteY0" fmla="*/ 0 h 4337060"/>
              <a:gd name="connsiteX1" fmla="*/ 5137150 w 5486400"/>
              <a:gd name="connsiteY1" fmla="*/ 0 h 4337060"/>
              <a:gd name="connsiteX2" fmla="*/ 5486400 w 5486400"/>
              <a:gd name="connsiteY2" fmla="*/ 348740 h 4337060"/>
              <a:gd name="connsiteX3" fmla="*/ 5486400 w 5486400"/>
              <a:gd name="connsiteY3" fmla="*/ 3988320 h 4337060"/>
              <a:gd name="connsiteX4" fmla="*/ 5137150 w 5486400"/>
              <a:gd name="connsiteY4" fmla="*/ 4337060 h 4337060"/>
              <a:gd name="connsiteX5" fmla="*/ 349250 w 5486400"/>
              <a:gd name="connsiteY5" fmla="*/ 4337060 h 4337060"/>
              <a:gd name="connsiteX6" fmla="*/ 0 w 5486400"/>
              <a:gd name="connsiteY6" fmla="*/ 3988320 h 4337060"/>
              <a:gd name="connsiteX7" fmla="*/ 0 w 5486400"/>
              <a:gd name="connsiteY7" fmla="*/ 348740 h 4337060"/>
              <a:gd name="connsiteX8" fmla="*/ 349250 w 5486400"/>
              <a:gd name="connsiteY8" fmla="*/ 0 h 433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86400" h="4337060">
                <a:moveTo>
                  <a:pt x="349250" y="0"/>
                </a:moveTo>
                <a:lnTo>
                  <a:pt x="5137150" y="0"/>
                </a:lnTo>
                <a:cubicBezTo>
                  <a:pt x="5330038" y="0"/>
                  <a:pt x="5486400" y="156136"/>
                  <a:pt x="5486400" y="348740"/>
                </a:cubicBezTo>
                <a:lnTo>
                  <a:pt x="5486400" y="3988320"/>
                </a:lnTo>
                <a:cubicBezTo>
                  <a:pt x="5486400" y="4180925"/>
                  <a:pt x="5330038" y="4337060"/>
                  <a:pt x="5137150" y="4337060"/>
                </a:cubicBezTo>
                <a:lnTo>
                  <a:pt x="349250" y="4337060"/>
                </a:lnTo>
                <a:cubicBezTo>
                  <a:pt x="156364" y="4337060"/>
                  <a:pt x="0" y="4180925"/>
                  <a:pt x="0" y="3988320"/>
                </a:cubicBezTo>
                <a:lnTo>
                  <a:pt x="0" y="348740"/>
                </a:lnTo>
                <a:cubicBezTo>
                  <a:pt x="0" y="156136"/>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12" name="Footer Placeholder 11">
            <a:extLst>
              <a:ext uri="{FF2B5EF4-FFF2-40B4-BE49-F238E27FC236}">
                <a16:creationId xmlns:a16="http://schemas.microsoft.com/office/drawing/2014/main" id="{FA3168BB-AC02-FC23-04AB-910062295BB2}"/>
              </a:ext>
            </a:extLst>
          </p:cNvPr>
          <p:cNvSpPr>
            <a:spLocks noGrp="1"/>
          </p:cNvSpPr>
          <p:nvPr>
            <p:ph type="ftr" sz="quarter" idx="17"/>
          </p:nvPr>
        </p:nvSpPr>
        <p:spPr/>
        <p:txBody>
          <a:bodyPr/>
          <a:lstStyle/>
          <a:p>
            <a:r>
              <a:rPr lang="en-US"/>
              <a:t>Sample Footer Text</a:t>
            </a:r>
          </a:p>
        </p:txBody>
      </p:sp>
      <p:sp>
        <p:nvSpPr>
          <p:cNvPr id="10" name="Date Placeholder 9">
            <a:extLst>
              <a:ext uri="{FF2B5EF4-FFF2-40B4-BE49-F238E27FC236}">
                <a16:creationId xmlns:a16="http://schemas.microsoft.com/office/drawing/2014/main" id="{2C56068B-9B89-AB64-F0FA-49FF37197639}"/>
              </a:ext>
            </a:extLst>
          </p:cNvPr>
          <p:cNvSpPr>
            <a:spLocks noGrp="1"/>
          </p:cNvSpPr>
          <p:nvPr>
            <p:ph type="dt" sz="half" idx="16"/>
          </p:nvPr>
        </p:nvSpPr>
        <p:spPr/>
        <p:txBody>
          <a:bodyPr/>
          <a:lstStyle/>
          <a:p>
            <a:fld id="{9B5E51FC-CBC9-9843-92FD-38CACF39D773}" type="datetime1">
              <a:rPr lang="en-US" smtClean="0"/>
              <a:t>7/16/2026</a:t>
            </a:fld>
            <a:endParaRPr lang="en-US"/>
          </a:p>
        </p:txBody>
      </p:sp>
      <p:sp>
        <p:nvSpPr>
          <p:cNvPr id="14" name="Slide Number Placeholder 13">
            <a:extLst>
              <a:ext uri="{FF2B5EF4-FFF2-40B4-BE49-F238E27FC236}">
                <a16:creationId xmlns:a16="http://schemas.microsoft.com/office/drawing/2014/main" id="{9B58EFC6-5EFD-40A4-C04B-5D2E6AA36C1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015383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7B64117-148B-10E8-7721-A4C85F0BDEAD}"/>
              </a:ext>
            </a:extLst>
          </p:cNvPr>
          <p:cNvSpPr>
            <a:spLocks noGrp="1"/>
          </p:cNvSpPr>
          <p:nvPr>
            <p:ph type="title"/>
          </p:nvPr>
        </p:nvSpPr>
        <p:spPr>
          <a:xfrm>
            <a:off x="4953001" y="685801"/>
            <a:ext cx="6857999" cy="914400"/>
          </a:xfrm>
          <a:prstGeom prst="rect">
            <a:avLst/>
          </a:prstGeom>
        </p:spPr>
        <p:txBody>
          <a:bodyPr anchor="t"/>
          <a:lstStyle/>
          <a:p>
            <a:r>
              <a:rPr lang="en-US"/>
              <a:t>Click to edit Master title style</a:t>
            </a:r>
          </a:p>
        </p:txBody>
      </p:sp>
      <p:sp>
        <p:nvSpPr>
          <p:cNvPr id="8" name="Picture Placeholder 7">
            <a:extLst>
              <a:ext uri="{FF2B5EF4-FFF2-40B4-BE49-F238E27FC236}">
                <a16:creationId xmlns:a16="http://schemas.microsoft.com/office/drawing/2014/main" id="{0252FBA1-367D-3AEB-02AF-54E0FEFD2598}"/>
              </a:ext>
            </a:extLst>
          </p:cNvPr>
          <p:cNvSpPr>
            <a:spLocks noGrp="1"/>
          </p:cNvSpPr>
          <p:nvPr>
            <p:ph type="pic" sz="quarter" idx="15"/>
          </p:nvPr>
        </p:nvSpPr>
        <p:spPr>
          <a:xfrm>
            <a:off x="152400" y="159765"/>
            <a:ext cx="3657600" cy="6545835"/>
          </a:xfrm>
          <a:custGeom>
            <a:avLst/>
            <a:gdLst>
              <a:gd name="connsiteX0" fmla="*/ 1829315 w 3657600"/>
              <a:gd name="connsiteY0" fmla="*/ 0 h 6545835"/>
              <a:gd name="connsiteX1" fmla="*/ 3308351 w 3657600"/>
              <a:gd name="connsiteY1" fmla="*/ 0 h 6545835"/>
              <a:gd name="connsiteX2" fmla="*/ 3650506 w 3657600"/>
              <a:gd name="connsiteY2" fmla="*/ 278594 h 6545835"/>
              <a:gd name="connsiteX3" fmla="*/ 3657600 w 3657600"/>
              <a:gd name="connsiteY3" fmla="*/ 348902 h 6545835"/>
              <a:gd name="connsiteX4" fmla="*/ 3657600 w 3657600"/>
              <a:gd name="connsiteY4" fmla="*/ 6196927 h 6545835"/>
              <a:gd name="connsiteX5" fmla="*/ 3650506 w 3657600"/>
              <a:gd name="connsiteY5" fmla="*/ 6267227 h 6545835"/>
              <a:gd name="connsiteX6" fmla="*/ 3378738 w 3657600"/>
              <a:gd name="connsiteY6" fmla="*/ 6538746 h 6545835"/>
              <a:gd name="connsiteX7" fmla="*/ 3308362 w 3657600"/>
              <a:gd name="connsiteY7" fmla="*/ 6545835 h 6545835"/>
              <a:gd name="connsiteX8" fmla="*/ 2078941 w 3657600"/>
              <a:gd name="connsiteY8" fmla="*/ 6545835 h 6545835"/>
              <a:gd name="connsiteX9" fmla="*/ 1981579 w 3657600"/>
              <a:gd name="connsiteY9" fmla="*/ 6526195 h 6545835"/>
              <a:gd name="connsiteX10" fmla="*/ 1828801 w 3657600"/>
              <a:gd name="connsiteY10" fmla="*/ 6295926 h 6545835"/>
              <a:gd name="connsiteX11" fmla="*/ 1578655 w 3657600"/>
              <a:gd name="connsiteY11" fmla="*/ 6046022 h 6545835"/>
              <a:gd name="connsiteX12" fmla="*/ 349250 w 3657600"/>
              <a:gd name="connsiteY12" fmla="*/ 6046022 h 6545835"/>
              <a:gd name="connsiteX13" fmla="*/ 0 w 3657600"/>
              <a:gd name="connsiteY13" fmla="*/ 5697110 h 6545835"/>
              <a:gd name="connsiteX14" fmla="*/ 0 w 3657600"/>
              <a:gd name="connsiteY14" fmla="*/ 349940 h 6545835"/>
              <a:gd name="connsiteX15" fmla="*/ 349250 w 3657600"/>
              <a:gd name="connsiteY15" fmla="*/ 1028 h 6545835"/>
              <a:gd name="connsiteX16" fmla="*/ 1828286 w 3657600"/>
              <a:gd name="connsiteY16" fmla="*/ 1028 h 6545835"/>
              <a:gd name="connsiteX17" fmla="*/ 1828801 w 3657600"/>
              <a:gd name="connsiteY17" fmla="*/ 514 h 6545835"/>
              <a:gd name="connsiteX18" fmla="*/ 1829315 w 3657600"/>
              <a:gd name="connsiteY18" fmla="*/ 0 h 65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57600" h="6545835">
                <a:moveTo>
                  <a:pt x="1829315" y="0"/>
                </a:moveTo>
                <a:lnTo>
                  <a:pt x="3308351" y="0"/>
                </a:lnTo>
                <a:cubicBezTo>
                  <a:pt x="3477128" y="0"/>
                  <a:pt x="3617940" y="119601"/>
                  <a:pt x="3650506" y="278594"/>
                </a:cubicBezTo>
                <a:lnTo>
                  <a:pt x="3657600" y="348902"/>
                </a:lnTo>
                <a:lnTo>
                  <a:pt x="3657600" y="6196927"/>
                </a:lnTo>
                <a:lnTo>
                  <a:pt x="3650506" y="6267227"/>
                </a:lnTo>
                <a:cubicBezTo>
                  <a:pt x="3622592" y="6403496"/>
                  <a:pt x="3515151" y="6510853"/>
                  <a:pt x="3378738" y="6538746"/>
                </a:cubicBezTo>
                <a:lnTo>
                  <a:pt x="3308362" y="6545835"/>
                </a:lnTo>
                <a:lnTo>
                  <a:pt x="2078941" y="6545835"/>
                </a:lnTo>
                <a:lnTo>
                  <a:pt x="1981579" y="6526195"/>
                </a:lnTo>
                <a:cubicBezTo>
                  <a:pt x="1891798" y="6488252"/>
                  <a:pt x="1828801" y="6399429"/>
                  <a:pt x="1828801" y="6295926"/>
                </a:cubicBezTo>
                <a:cubicBezTo>
                  <a:pt x="1828801" y="6157909"/>
                  <a:pt x="1716806" y="6046022"/>
                  <a:pt x="1578655" y="6046022"/>
                </a:cubicBezTo>
                <a:lnTo>
                  <a:pt x="349250" y="6046022"/>
                </a:lnTo>
                <a:cubicBezTo>
                  <a:pt x="156364" y="6046022"/>
                  <a:pt x="0" y="5889805"/>
                  <a:pt x="0" y="5697110"/>
                </a:cubicBezTo>
                <a:lnTo>
                  <a:pt x="0" y="349940"/>
                </a:lnTo>
                <a:cubicBezTo>
                  <a:pt x="0" y="157241"/>
                  <a:pt x="156364" y="1028"/>
                  <a:pt x="349250" y="1028"/>
                </a:cubicBezTo>
                <a:lnTo>
                  <a:pt x="1828286" y="1028"/>
                </a:lnTo>
                <a:cubicBezTo>
                  <a:pt x="1828572" y="1028"/>
                  <a:pt x="1828801" y="798"/>
                  <a:pt x="1828801" y="514"/>
                </a:cubicBezTo>
                <a:cubicBezTo>
                  <a:pt x="1828801" y="230"/>
                  <a:pt x="1829029" y="0"/>
                  <a:pt x="1829315" y="0"/>
                </a:cubicBezTo>
                <a:close/>
              </a:path>
            </a:pathLst>
          </a:custGeom>
          <a:blipFill>
            <a:blip r:embed="rId2">
              <a:alphaModFix amt="60000"/>
            </a:blip>
            <a:stretch>
              <a:fillRect/>
            </a:stretch>
          </a:blipFill>
        </p:spPr>
        <p:txBody>
          <a:bodyPr wrap="square">
            <a:noAutofit/>
          </a:bodyPr>
          <a:lstStyle/>
          <a:p>
            <a:endParaRPr lang="en-US"/>
          </a:p>
        </p:txBody>
      </p:sp>
      <p:sp>
        <p:nvSpPr>
          <p:cNvPr id="7" name="Content Placeholder 7">
            <a:extLst>
              <a:ext uri="{FF2B5EF4-FFF2-40B4-BE49-F238E27FC236}">
                <a16:creationId xmlns:a16="http://schemas.microsoft.com/office/drawing/2014/main" id="{679495B1-3D42-5CC6-1177-BBB5CCDEF14A}"/>
              </a:ext>
            </a:extLst>
          </p:cNvPr>
          <p:cNvSpPr>
            <a:spLocks noGrp="1"/>
          </p:cNvSpPr>
          <p:nvPr>
            <p:ph sz="quarter" idx="14"/>
          </p:nvPr>
        </p:nvSpPr>
        <p:spPr>
          <a:xfrm>
            <a:off x="4953000" y="1760954"/>
            <a:ext cx="6858000" cy="441124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CE554734-17E5-A778-C85A-403D40853237}"/>
              </a:ext>
            </a:extLst>
          </p:cNvPr>
          <p:cNvSpPr>
            <a:spLocks noGrp="1"/>
          </p:cNvSpPr>
          <p:nvPr>
            <p:ph type="ftr" sz="quarter" idx="17"/>
          </p:nvPr>
        </p:nvSpPr>
        <p:spPr>
          <a:xfrm>
            <a:off x="152400" y="6347057"/>
            <a:ext cx="1600200" cy="365125"/>
          </a:xfrm>
        </p:spPr>
        <p:txBody>
          <a:bodyPr/>
          <a:lstStyle/>
          <a:p>
            <a:r>
              <a:rPr lang="en-US"/>
              <a:t>Sample Footer Text</a:t>
            </a:r>
          </a:p>
        </p:txBody>
      </p:sp>
      <p:sp>
        <p:nvSpPr>
          <p:cNvPr id="9" name="Date Placeholder 8">
            <a:extLst>
              <a:ext uri="{FF2B5EF4-FFF2-40B4-BE49-F238E27FC236}">
                <a16:creationId xmlns:a16="http://schemas.microsoft.com/office/drawing/2014/main" id="{5BC33B0E-C66A-052A-1E5D-E52A78CEE491}"/>
              </a:ext>
            </a:extLst>
          </p:cNvPr>
          <p:cNvSpPr>
            <a:spLocks noGrp="1"/>
          </p:cNvSpPr>
          <p:nvPr>
            <p:ph type="dt" sz="half" idx="16"/>
          </p:nvPr>
        </p:nvSpPr>
        <p:spPr/>
        <p:txBody>
          <a:bodyPr/>
          <a:lstStyle/>
          <a:p>
            <a:fld id="{7B7AA9A6-1052-6144-AEF7-DAB3DC5C1870}" type="datetime1">
              <a:rPr lang="en-US" smtClean="0"/>
              <a:t>7/16/2026</a:t>
            </a:fld>
            <a:endParaRPr lang="en-US"/>
          </a:p>
        </p:txBody>
      </p:sp>
      <p:sp>
        <p:nvSpPr>
          <p:cNvPr id="11" name="Slide Number Placeholder 10">
            <a:extLst>
              <a:ext uri="{FF2B5EF4-FFF2-40B4-BE49-F238E27FC236}">
                <a16:creationId xmlns:a16="http://schemas.microsoft.com/office/drawing/2014/main" id="{397DD097-90E0-2A9F-AAFE-460FC67E9A10}"/>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4244306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57EC580-88DE-56DE-5258-9F16851E9486}"/>
              </a:ext>
            </a:extLst>
          </p:cNvPr>
          <p:cNvSpPr>
            <a:spLocks noGrp="1"/>
          </p:cNvSpPr>
          <p:nvPr>
            <p:ph type="title"/>
          </p:nvPr>
        </p:nvSpPr>
        <p:spPr>
          <a:xfrm>
            <a:off x="381001" y="685801"/>
            <a:ext cx="6857999" cy="914400"/>
          </a:xfrm>
          <a:prstGeom prst="rect">
            <a:avLst/>
          </a:prstGeom>
        </p:spPr>
        <p:txBody>
          <a:bodyPr anchor="t"/>
          <a:lstStyle/>
          <a:p>
            <a:r>
              <a:rPr lang="en-US"/>
              <a:t>Click to edit Master title style</a:t>
            </a:r>
          </a:p>
        </p:txBody>
      </p:sp>
      <p:sp>
        <p:nvSpPr>
          <p:cNvPr id="4" name="Content Placeholder 7">
            <a:extLst>
              <a:ext uri="{FF2B5EF4-FFF2-40B4-BE49-F238E27FC236}">
                <a16:creationId xmlns:a16="http://schemas.microsoft.com/office/drawing/2014/main" id="{C0C3FF79-59DB-9A09-BAE9-314BF322E5E3}"/>
              </a:ext>
            </a:extLst>
          </p:cNvPr>
          <p:cNvSpPr>
            <a:spLocks noGrp="1"/>
          </p:cNvSpPr>
          <p:nvPr>
            <p:ph sz="quarter" idx="14"/>
          </p:nvPr>
        </p:nvSpPr>
        <p:spPr>
          <a:xfrm>
            <a:off x="381000" y="1760954"/>
            <a:ext cx="6858000" cy="441124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93964543-7DAC-0CE9-CE60-91786FE74153}"/>
              </a:ext>
            </a:extLst>
          </p:cNvPr>
          <p:cNvSpPr>
            <a:spLocks noGrp="1"/>
          </p:cNvSpPr>
          <p:nvPr>
            <p:ph type="pic" sz="quarter" idx="15"/>
          </p:nvPr>
        </p:nvSpPr>
        <p:spPr>
          <a:xfrm>
            <a:off x="8382000" y="152400"/>
            <a:ext cx="3657600" cy="6545835"/>
          </a:xfrm>
          <a:custGeom>
            <a:avLst/>
            <a:gdLst>
              <a:gd name="connsiteX0" fmla="*/ 349250 w 3657600"/>
              <a:gd name="connsiteY0" fmla="*/ 0 h 6545835"/>
              <a:gd name="connsiteX1" fmla="*/ 1828286 w 3657600"/>
              <a:gd name="connsiteY1" fmla="*/ 0 h 6545835"/>
              <a:gd name="connsiteX2" fmla="*/ 1828800 w 3657600"/>
              <a:gd name="connsiteY2" fmla="*/ 514 h 6545835"/>
              <a:gd name="connsiteX3" fmla="*/ 1829315 w 3657600"/>
              <a:gd name="connsiteY3" fmla="*/ 1028 h 6545835"/>
              <a:gd name="connsiteX4" fmla="*/ 3308351 w 3657600"/>
              <a:gd name="connsiteY4" fmla="*/ 1028 h 6545835"/>
              <a:gd name="connsiteX5" fmla="*/ 3650505 w 3657600"/>
              <a:gd name="connsiteY5" fmla="*/ 279622 h 6545835"/>
              <a:gd name="connsiteX6" fmla="*/ 3657600 w 3657600"/>
              <a:gd name="connsiteY6" fmla="*/ 349930 h 6545835"/>
              <a:gd name="connsiteX7" fmla="*/ 3657600 w 3657600"/>
              <a:gd name="connsiteY7" fmla="*/ 5697120 h 6545835"/>
              <a:gd name="connsiteX8" fmla="*/ 3650505 w 3657600"/>
              <a:gd name="connsiteY8" fmla="*/ 5767427 h 6545835"/>
              <a:gd name="connsiteX9" fmla="*/ 3308351 w 3657600"/>
              <a:gd name="connsiteY9" fmla="*/ 6046022 h 6545835"/>
              <a:gd name="connsiteX10" fmla="*/ 2078946 w 3657600"/>
              <a:gd name="connsiteY10" fmla="*/ 6046022 h 6545835"/>
              <a:gd name="connsiteX11" fmla="*/ 1828800 w 3657600"/>
              <a:gd name="connsiteY11" fmla="*/ 6295926 h 6545835"/>
              <a:gd name="connsiteX12" fmla="*/ 1676022 w 3657600"/>
              <a:gd name="connsiteY12" fmla="*/ 6526195 h 6545835"/>
              <a:gd name="connsiteX13" fmla="*/ 1578660 w 3657600"/>
              <a:gd name="connsiteY13" fmla="*/ 6545835 h 6545835"/>
              <a:gd name="connsiteX14" fmla="*/ 349241 w 3657600"/>
              <a:gd name="connsiteY14" fmla="*/ 6545835 h 6545835"/>
              <a:gd name="connsiteX15" fmla="*/ 278864 w 3657600"/>
              <a:gd name="connsiteY15" fmla="*/ 6538746 h 6545835"/>
              <a:gd name="connsiteX16" fmla="*/ 0 w 3657600"/>
              <a:gd name="connsiteY16" fmla="*/ 6196917 h 6545835"/>
              <a:gd name="connsiteX17" fmla="*/ 0 w 3657600"/>
              <a:gd name="connsiteY17" fmla="*/ 348912 h 6545835"/>
              <a:gd name="connsiteX18" fmla="*/ 349250 w 3657600"/>
              <a:gd name="connsiteY18" fmla="*/ 0 h 65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57600" h="6545835">
                <a:moveTo>
                  <a:pt x="349250" y="0"/>
                </a:moveTo>
                <a:lnTo>
                  <a:pt x="1828286" y="0"/>
                </a:lnTo>
                <a:cubicBezTo>
                  <a:pt x="1828572" y="0"/>
                  <a:pt x="1828800" y="230"/>
                  <a:pt x="1828800" y="514"/>
                </a:cubicBezTo>
                <a:cubicBezTo>
                  <a:pt x="1828800" y="798"/>
                  <a:pt x="1829029" y="1028"/>
                  <a:pt x="1829315" y="1028"/>
                </a:cubicBezTo>
                <a:lnTo>
                  <a:pt x="3308351" y="1028"/>
                </a:lnTo>
                <a:cubicBezTo>
                  <a:pt x="3477126" y="1028"/>
                  <a:pt x="3617939" y="120629"/>
                  <a:pt x="3650505" y="279622"/>
                </a:cubicBezTo>
                <a:lnTo>
                  <a:pt x="3657600" y="349930"/>
                </a:lnTo>
                <a:lnTo>
                  <a:pt x="3657600" y="5697120"/>
                </a:lnTo>
                <a:lnTo>
                  <a:pt x="3650505" y="5767427"/>
                </a:lnTo>
                <a:cubicBezTo>
                  <a:pt x="3617939" y="5926419"/>
                  <a:pt x="3477126" y="6046022"/>
                  <a:pt x="3308351" y="6046022"/>
                </a:cubicBezTo>
                <a:lnTo>
                  <a:pt x="2078946" y="6046022"/>
                </a:lnTo>
                <a:cubicBezTo>
                  <a:pt x="1940795" y="6046022"/>
                  <a:pt x="1828800" y="6157909"/>
                  <a:pt x="1828800" y="6295926"/>
                </a:cubicBezTo>
                <a:cubicBezTo>
                  <a:pt x="1828800" y="6399429"/>
                  <a:pt x="1765803" y="6488252"/>
                  <a:pt x="1676022" y="6526195"/>
                </a:cubicBezTo>
                <a:lnTo>
                  <a:pt x="1578660" y="6545835"/>
                </a:lnTo>
                <a:lnTo>
                  <a:pt x="349241" y="6545835"/>
                </a:lnTo>
                <a:lnTo>
                  <a:pt x="278864" y="6538746"/>
                </a:lnTo>
                <a:cubicBezTo>
                  <a:pt x="119715" y="6506205"/>
                  <a:pt x="0" y="6365503"/>
                  <a:pt x="0" y="6196917"/>
                </a:cubicBezTo>
                <a:lnTo>
                  <a:pt x="0" y="348912"/>
                </a:lnTo>
                <a:cubicBezTo>
                  <a:pt x="0" y="156213"/>
                  <a:pt x="156362" y="0"/>
                  <a:pt x="349250" y="0"/>
                </a:cubicBezTo>
                <a:close/>
              </a:path>
            </a:pathLst>
          </a:custGeom>
          <a:blipFill>
            <a:blip r:embed="rId2">
              <a:alphaModFix amt="60000"/>
            </a:blip>
            <a:stretch>
              <a:fillRect/>
            </a:stretch>
          </a:blipFill>
        </p:spPr>
        <p:txBody>
          <a:bodyPr wrap="square">
            <a:noAutofit/>
          </a:bodyPr>
          <a:lstStyle/>
          <a:p>
            <a:endParaRPr lang="en-US"/>
          </a:p>
        </p:txBody>
      </p:sp>
      <p:sp>
        <p:nvSpPr>
          <p:cNvPr id="12" name="Footer Placeholder 11">
            <a:extLst>
              <a:ext uri="{FF2B5EF4-FFF2-40B4-BE49-F238E27FC236}">
                <a16:creationId xmlns:a16="http://schemas.microsoft.com/office/drawing/2014/main" id="{0200DA31-8001-338B-5371-3A7494E8D478}"/>
              </a:ext>
            </a:extLst>
          </p:cNvPr>
          <p:cNvSpPr>
            <a:spLocks noGrp="1"/>
          </p:cNvSpPr>
          <p:nvPr>
            <p:ph type="ftr" sz="quarter" idx="17"/>
          </p:nvPr>
        </p:nvSpPr>
        <p:spPr/>
        <p:txBody>
          <a:bodyPr/>
          <a:lstStyle/>
          <a:p>
            <a:r>
              <a:rPr lang="en-US"/>
              <a:t>Sample Footer Text</a:t>
            </a:r>
          </a:p>
        </p:txBody>
      </p:sp>
      <p:sp>
        <p:nvSpPr>
          <p:cNvPr id="11" name="Date Placeholder 10">
            <a:extLst>
              <a:ext uri="{FF2B5EF4-FFF2-40B4-BE49-F238E27FC236}">
                <a16:creationId xmlns:a16="http://schemas.microsoft.com/office/drawing/2014/main" id="{261ED7C0-4B00-0749-E13A-727478511638}"/>
              </a:ext>
            </a:extLst>
          </p:cNvPr>
          <p:cNvSpPr>
            <a:spLocks noGrp="1"/>
          </p:cNvSpPr>
          <p:nvPr>
            <p:ph type="dt" sz="half" idx="16"/>
          </p:nvPr>
        </p:nvSpPr>
        <p:spPr>
          <a:xfrm>
            <a:off x="5819829" y="6340475"/>
            <a:ext cx="1800171" cy="365125"/>
          </a:xfrm>
        </p:spPr>
        <p:txBody>
          <a:bodyPr/>
          <a:lstStyle/>
          <a:p>
            <a:fld id="{3FE5D550-C18F-9046-9823-1666101C984D}" type="datetime1">
              <a:rPr lang="en-US" smtClean="0"/>
              <a:t>7/16/2026</a:t>
            </a:fld>
            <a:endParaRPr lang="en-US"/>
          </a:p>
        </p:txBody>
      </p:sp>
      <p:sp>
        <p:nvSpPr>
          <p:cNvPr id="13" name="Slide Number Placeholder 12">
            <a:extLst>
              <a:ext uri="{FF2B5EF4-FFF2-40B4-BE49-F238E27FC236}">
                <a16:creationId xmlns:a16="http://schemas.microsoft.com/office/drawing/2014/main" id="{C084553E-C102-DA3B-F180-DD397211326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498706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9746344-2F7D-4A55-E6DD-6BBEF41A7B66}"/>
              </a:ext>
            </a:extLst>
          </p:cNvPr>
          <p:cNvSpPr>
            <a:spLocks noGrp="1"/>
          </p:cNvSpPr>
          <p:nvPr>
            <p:ph type="title"/>
          </p:nvPr>
        </p:nvSpPr>
        <p:spPr>
          <a:xfrm>
            <a:off x="381000" y="709099"/>
            <a:ext cx="4572000" cy="1348301"/>
          </a:xfrm>
          <a:prstGeom prst="rect">
            <a:avLst/>
          </a:prstGeo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C45C96D9-D192-32BB-6CEF-7F4A787A921E}"/>
              </a:ext>
            </a:extLst>
          </p:cNvPr>
          <p:cNvSpPr>
            <a:spLocks noGrp="1"/>
          </p:cNvSpPr>
          <p:nvPr>
            <p:ph type="pic" sz="quarter" idx="15"/>
          </p:nvPr>
        </p:nvSpPr>
        <p:spPr>
          <a:xfrm>
            <a:off x="387926" y="2590800"/>
            <a:ext cx="4578206" cy="3560521"/>
          </a:xfrm>
          <a:custGeom>
            <a:avLst/>
            <a:gdLst>
              <a:gd name="connsiteX0" fmla="*/ 345466 w 4114800"/>
              <a:gd name="connsiteY0" fmla="*/ 0 h 3200125"/>
              <a:gd name="connsiteX1" fmla="*/ 3769335 w 4114800"/>
              <a:gd name="connsiteY1" fmla="*/ 0 h 3200125"/>
              <a:gd name="connsiteX2" fmla="*/ 3835937 w 4114800"/>
              <a:gd name="connsiteY2" fmla="*/ 6705 h 3200125"/>
              <a:gd name="connsiteX3" fmla="*/ 4114800 w 4114800"/>
              <a:gd name="connsiteY3" fmla="*/ 348409 h 3200125"/>
              <a:gd name="connsiteX4" fmla="*/ 4114800 w 4114800"/>
              <a:gd name="connsiteY4" fmla="*/ 2851335 h 3200125"/>
              <a:gd name="connsiteX5" fmla="*/ 3765550 w 4114800"/>
              <a:gd name="connsiteY5" fmla="*/ 3200125 h 3200125"/>
              <a:gd name="connsiteX6" fmla="*/ 349250 w 4114800"/>
              <a:gd name="connsiteY6" fmla="*/ 3200125 h 3200125"/>
              <a:gd name="connsiteX7" fmla="*/ 0 w 4114800"/>
              <a:gd name="connsiteY7" fmla="*/ 2851335 h 3200125"/>
              <a:gd name="connsiteX8" fmla="*/ 0 w 4114800"/>
              <a:gd name="connsiteY8" fmla="*/ 348409 h 3200125"/>
              <a:gd name="connsiteX9" fmla="*/ 278864 w 4114800"/>
              <a:gd name="connsiteY9" fmla="*/ 6705 h 32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14800" h="3200125">
                <a:moveTo>
                  <a:pt x="345466" y="0"/>
                </a:moveTo>
                <a:lnTo>
                  <a:pt x="3769335" y="0"/>
                </a:lnTo>
                <a:lnTo>
                  <a:pt x="3835937" y="6705"/>
                </a:lnTo>
                <a:cubicBezTo>
                  <a:pt x="3995086" y="39229"/>
                  <a:pt x="4114800" y="179857"/>
                  <a:pt x="4114800" y="348409"/>
                </a:cubicBezTo>
                <a:lnTo>
                  <a:pt x="4114800" y="2851335"/>
                </a:lnTo>
                <a:cubicBezTo>
                  <a:pt x="4114800" y="3043969"/>
                  <a:pt x="3958438" y="3200125"/>
                  <a:pt x="3765550" y="3200125"/>
                </a:cubicBezTo>
                <a:lnTo>
                  <a:pt x="349250" y="3200125"/>
                </a:lnTo>
                <a:cubicBezTo>
                  <a:pt x="156364" y="3200125"/>
                  <a:pt x="0" y="3043969"/>
                  <a:pt x="0" y="2851335"/>
                </a:cubicBezTo>
                <a:lnTo>
                  <a:pt x="0" y="348409"/>
                </a:lnTo>
                <a:cubicBezTo>
                  <a:pt x="0" y="179857"/>
                  <a:pt x="119716" y="39229"/>
                  <a:pt x="278864" y="6705"/>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38800" y="706803"/>
            <a:ext cx="6172200" cy="5465398"/>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38C66154-743D-C7F5-97C4-2FAB2B6A1D3C}"/>
              </a:ext>
            </a:extLst>
          </p:cNvPr>
          <p:cNvSpPr>
            <a:spLocks noGrp="1"/>
          </p:cNvSpPr>
          <p:nvPr>
            <p:ph type="ftr" sz="quarter" idx="17"/>
          </p:nvPr>
        </p:nvSpPr>
        <p:spPr/>
        <p:txBody>
          <a:bodyPr/>
          <a:lstStyle/>
          <a:p>
            <a:r>
              <a:rPr lang="en-US"/>
              <a:t>Sample Footer Text</a:t>
            </a:r>
          </a:p>
        </p:txBody>
      </p:sp>
      <p:sp>
        <p:nvSpPr>
          <p:cNvPr id="13" name="Date Placeholder 12">
            <a:extLst>
              <a:ext uri="{FF2B5EF4-FFF2-40B4-BE49-F238E27FC236}">
                <a16:creationId xmlns:a16="http://schemas.microsoft.com/office/drawing/2014/main" id="{AA3F3A86-D339-7100-3E81-E5798445D506}"/>
              </a:ext>
            </a:extLst>
          </p:cNvPr>
          <p:cNvSpPr>
            <a:spLocks noGrp="1"/>
          </p:cNvSpPr>
          <p:nvPr>
            <p:ph type="dt" sz="half" idx="16"/>
          </p:nvPr>
        </p:nvSpPr>
        <p:spPr/>
        <p:txBody>
          <a:bodyPr/>
          <a:lstStyle/>
          <a:p>
            <a:fld id="{345EA323-74B6-5848-92CE-4C72A64B8493}" type="datetime1">
              <a:rPr lang="en-US" smtClean="0"/>
              <a:t>7/16/2026</a:t>
            </a:fld>
            <a:endParaRPr lang="en-US"/>
          </a:p>
        </p:txBody>
      </p:sp>
      <p:sp>
        <p:nvSpPr>
          <p:cNvPr id="15" name="Slide Number Placeholder 14">
            <a:extLst>
              <a:ext uri="{FF2B5EF4-FFF2-40B4-BE49-F238E27FC236}">
                <a16:creationId xmlns:a16="http://schemas.microsoft.com/office/drawing/2014/main" id="{FEDCFD90-149A-5BBC-51D0-89BB36B9E80A}"/>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8589895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81000" y="709098"/>
            <a:ext cx="4114800" cy="1805502"/>
          </a:xfrm>
          <a:prstGeom prst="rect">
            <a:avLst/>
          </a:prstGeom>
        </p:spPr>
        <p:txBody>
          <a:bodyPr anchor="t">
            <a:normAutofit/>
          </a:bodyPr>
          <a:lstStyle>
            <a:lvl1pPr>
              <a:defRPr sz="2800"/>
            </a:lvl1pPr>
          </a:lstStyle>
          <a:p>
            <a:r>
              <a:rPr lang="en-US"/>
              <a:t>Click to edit Master title style</a:t>
            </a:r>
          </a:p>
        </p:txBody>
      </p:sp>
      <p:sp>
        <p:nvSpPr>
          <p:cNvPr id="16" name="Picture Placeholder 15">
            <a:extLst>
              <a:ext uri="{FF2B5EF4-FFF2-40B4-BE49-F238E27FC236}">
                <a16:creationId xmlns:a16="http://schemas.microsoft.com/office/drawing/2014/main" id="{EA2CA930-2485-A4DF-F377-8218AE4BB18E}"/>
              </a:ext>
            </a:extLst>
          </p:cNvPr>
          <p:cNvSpPr>
            <a:spLocks noGrp="1"/>
          </p:cNvSpPr>
          <p:nvPr>
            <p:ph type="pic" sz="quarter" idx="15"/>
          </p:nvPr>
        </p:nvSpPr>
        <p:spPr>
          <a:xfrm>
            <a:off x="381001" y="3090060"/>
            <a:ext cx="4114800" cy="3078972"/>
          </a:xfrm>
          <a:custGeom>
            <a:avLst/>
            <a:gdLst>
              <a:gd name="connsiteX0" fmla="*/ 349250 w 3657600"/>
              <a:gd name="connsiteY0" fmla="*/ 0 h 2736864"/>
              <a:gd name="connsiteX1" fmla="*/ 3308350 w 3657600"/>
              <a:gd name="connsiteY1" fmla="*/ 0 h 2736864"/>
              <a:gd name="connsiteX2" fmla="*/ 3657600 w 3657600"/>
              <a:gd name="connsiteY2" fmla="*/ 348444 h 2736864"/>
              <a:gd name="connsiteX3" fmla="*/ 3657600 w 3657600"/>
              <a:gd name="connsiteY3" fmla="*/ 2388421 h 2736864"/>
              <a:gd name="connsiteX4" fmla="*/ 3308350 w 3657600"/>
              <a:gd name="connsiteY4" fmla="*/ 2736864 h 2736864"/>
              <a:gd name="connsiteX5" fmla="*/ 349250 w 3657600"/>
              <a:gd name="connsiteY5" fmla="*/ 2736864 h 2736864"/>
              <a:gd name="connsiteX6" fmla="*/ 0 w 3657600"/>
              <a:gd name="connsiteY6" fmla="*/ 2388421 h 2736864"/>
              <a:gd name="connsiteX7" fmla="*/ 0 w 3657600"/>
              <a:gd name="connsiteY7" fmla="*/ 348444 h 2736864"/>
              <a:gd name="connsiteX8" fmla="*/ 349250 w 3657600"/>
              <a:gd name="connsiteY8" fmla="*/ 0 h 2736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57600" h="2736864">
                <a:moveTo>
                  <a:pt x="349250" y="0"/>
                </a:moveTo>
                <a:lnTo>
                  <a:pt x="3308350" y="0"/>
                </a:lnTo>
                <a:cubicBezTo>
                  <a:pt x="3501238" y="0"/>
                  <a:pt x="3657600" y="156003"/>
                  <a:pt x="3657600" y="348444"/>
                </a:cubicBezTo>
                <a:lnTo>
                  <a:pt x="3657600" y="2388421"/>
                </a:lnTo>
                <a:cubicBezTo>
                  <a:pt x="3657600" y="2580863"/>
                  <a:pt x="3501238" y="2736864"/>
                  <a:pt x="3308350" y="2736864"/>
                </a:cubicBezTo>
                <a:lnTo>
                  <a:pt x="349250" y="2736864"/>
                </a:lnTo>
                <a:cubicBezTo>
                  <a:pt x="156364" y="2736864"/>
                  <a:pt x="0" y="2580863"/>
                  <a:pt x="0" y="2388421"/>
                </a:cubicBezTo>
                <a:lnTo>
                  <a:pt x="0" y="348444"/>
                </a:lnTo>
                <a:cubicBezTo>
                  <a:pt x="0" y="156003"/>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81600" y="709098"/>
            <a:ext cx="6629400" cy="546310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Footer Placeholder 17">
            <a:extLst>
              <a:ext uri="{FF2B5EF4-FFF2-40B4-BE49-F238E27FC236}">
                <a16:creationId xmlns:a16="http://schemas.microsoft.com/office/drawing/2014/main" id="{FCB87F31-D334-B77F-23ED-BC9392A5A190}"/>
              </a:ext>
            </a:extLst>
          </p:cNvPr>
          <p:cNvSpPr>
            <a:spLocks noGrp="1"/>
          </p:cNvSpPr>
          <p:nvPr>
            <p:ph type="ftr" sz="quarter" idx="17"/>
          </p:nvPr>
        </p:nvSpPr>
        <p:spPr/>
        <p:txBody>
          <a:bodyPr/>
          <a:lstStyle/>
          <a:p>
            <a:r>
              <a:rPr lang="en-US"/>
              <a:t>Sample Footer Text</a:t>
            </a:r>
          </a:p>
        </p:txBody>
      </p:sp>
      <p:sp>
        <p:nvSpPr>
          <p:cNvPr id="17" name="Date Placeholder 16">
            <a:extLst>
              <a:ext uri="{FF2B5EF4-FFF2-40B4-BE49-F238E27FC236}">
                <a16:creationId xmlns:a16="http://schemas.microsoft.com/office/drawing/2014/main" id="{CFC38238-FDEF-8175-D965-3AB225B3E4DC}"/>
              </a:ext>
            </a:extLst>
          </p:cNvPr>
          <p:cNvSpPr>
            <a:spLocks noGrp="1"/>
          </p:cNvSpPr>
          <p:nvPr>
            <p:ph type="dt" sz="half" idx="16"/>
          </p:nvPr>
        </p:nvSpPr>
        <p:spPr/>
        <p:txBody>
          <a:bodyPr/>
          <a:lstStyle/>
          <a:p>
            <a:fld id="{7EB7FF3F-DA9F-314F-9D49-20971D537C61}" type="datetime1">
              <a:rPr lang="en-US" smtClean="0"/>
              <a:t>7/16/2026</a:t>
            </a:fld>
            <a:endParaRPr lang="en-US"/>
          </a:p>
        </p:txBody>
      </p:sp>
      <p:sp>
        <p:nvSpPr>
          <p:cNvPr id="19" name="Slide Number Placeholder 18">
            <a:extLst>
              <a:ext uri="{FF2B5EF4-FFF2-40B4-BE49-F238E27FC236}">
                <a16:creationId xmlns:a16="http://schemas.microsoft.com/office/drawing/2014/main" id="{1C67D1B5-265C-82B0-F8CD-079589F0A1C0}"/>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256194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pic>
        <p:nvPicPr>
          <p:cNvPr id="18" name="Picture 17" descr="A close up of a colorful background&#10;&#10;AI-generated content may be incorrect.">
            <a:extLst>
              <a:ext uri="{FF2B5EF4-FFF2-40B4-BE49-F238E27FC236}">
                <a16:creationId xmlns:a16="http://schemas.microsoft.com/office/drawing/2014/main" id="{B88F4B1A-8CA8-A34A-4954-AE7A09F852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3469D919-6BEC-1146-C73F-9E159C2CBC47}"/>
              </a:ext>
            </a:extLst>
          </p:cNvPr>
          <p:cNvSpPr>
            <a:spLocks noGrp="1"/>
          </p:cNvSpPr>
          <p:nvPr>
            <p:ph type="title"/>
          </p:nvPr>
        </p:nvSpPr>
        <p:spPr>
          <a:xfrm>
            <a:off x="1523999" y="5020235"/>
            <a:ext cx="9144001" cy="933304"/>
          </a:xfrm>
        </p:spPr>
        <p:txBody>
          <a:bodyPr anchor="t">
            <a:normAutofit/>
          </a:bodyPr>
          <a:lstStyle>
            <a:lvl1pPr algn="ctr">
              <a:lnSpc>
                <a:spcPct val="110000"/>
              </a:lnSpc>
              <a:defRPr sz="2200" b="0" i="0" cap="all" baseline="0">
                <a:solidFill>
                  <a:schemeClr val="tx1"/>
                </a:solidFill>
                <a:latin typeface="+mn-lt"/>
                <a:cs typeface="Segoe UI" panose="020B0502040204020203" pitchFamily="34" charset="0"/>
              </a:defRPr>
            </a:lvl1pPr>
          </a:lstStyle>
          <a:p>
            <a:r>
              <a:rPr lang="en-US"/>
              <a:t>Click to edit Master title style</a:t>
            </a:r>
          </a:p>
        </p:txBody>
      </p:sp>
      <p:sp>
        <p:nvSpPr>
          <p:cNvPr id="9" name="Content Placeholder 6">
            <a:extLst>
              <a:ext uri="{FF2B5EF4-FFF2-40B4-BE49-F238E27FC236}">
                <a16:creationId xmlns:a16="http://schemas.microsoft.com/office/drawing/2014/main" id="{7CDAC417-B61F-30A2-725C-3CF74077D955}"/>
              </a:ext>
            </a:extLst>
          </p:cNvPr>
          <p:cNvSpPr>
            <a:spLocks noGrp="1"/>
          </p:cNvSpPr>
          <p:nvPr>
            <p:ph sz="quarter" idx="13" hasCustomPrompt="1"/>
          </p:nvPr>
        </p:nvSpPr>
        <p:spPr>
          <a:xfrm>
            <a:off x="381000" y="1219200"/>
            <a:ext cx="11423901" cy="4334435"/>
          </a:xfrm>
        </p:spPr>
        <p:txBody>
          <a:bodyPr anchor="ctr">
            <a:normAutofit/>
          </a:bodyPr>
          <a:lstStyle>
            <a:lvl1pPr marL="0" indent="0" algn="ctr">
              <a:lnSpc>
                <a:spcPct val="90000"/>
              </a:lnSpc>
              <a:buNone/>
              <a:defRPr sz="32000" b="0" i="0">
                <a:solidFill>
                  <a:schemeClr val="tx1"/>
                </a:solidFill>
                <a:latin typeface="+mj-lt"/>
                <a:cs typeface="Biome" panose="020B0503030204020804" pitchFamily="34" charset="0"/>
              </a:defRPr>
            </a:lvl1pPr>
          </a:lstStyle>
          <a:p>
            <a:pPr lvl="0"/>
            <a:r>
              <a:rPr lang="en-US"/>
              <a:t>##%</a:t>
            </a:r>
          </a:p>
        </p:txBody>
      </p:sp>
      <p:sp>
        <p:nvSpPr>
          <p:cNvPr id="3" name="Footer Placeholder 2">
            <a:extLst>
              <a:ext uri="{FF2B5EF4-FFF2-40B4-BE49-F238E27FC236}">
                <a16:creationId xmlns:a16="http://schemas.microsoft.com/office/drawing/2014/main" id="{BABF7456-2994-4EAE-3371-7D91481A9940}"/>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368108BC-C075-0A9E-0B2B-E7A83353BBC9}"/>
              </a:ext>
            </a:extLst>
          </p:cNvPr>
          <p:cNvSpPr>
            <a:spLocks noGrp="1"/>
          </p:cNvSpPr>
          <p:nvPr>
            <p:ph type="dt" sz="half" idx="14"/>
          </p:nvPr>
        </p:nvSpPr>
        <p:spPr/>
        <p:txBody>
          <a:bodyPr/>
          <a:lstStyle>
            <a:lvl1pPr>
              <a:defRPr>
                <a:solidFill>
                  <a:schemeClr val="tx1"/>
                </a:solidFill>
              </a:defRPr>
            </a:lvl1pPr>
          </a:lstStyle>
          <a:p>
            <a:fld id="{BB684DC2-C5AB-E14B-8633-21D19F683F0B}" type="datetime1">
              <a:rPr lang="en-US" smtClean="0"/>
              <a:pPr/>
              <a:t>7/16/2026</a:t>
            </a:fld>
            <a:endParaRPr lang="en-US"/>
          </a:p>
        </p:txBody>
      </p:sp>
      <p:sp>
        <p:nvSpPr>
          <p:cNvPr id="4" name="Slide Number Placeholder 3">
            <a:extLst>
              <a:ext uri="{FF2B5EF4-FFF2-40B4-BE49-F238E27FC236}">
                <a16:creationId xmlns:a16="http://schemas.microsoft.com/office/drawing/2014/main" id="{2127E1D0-2E0F-F464-3005-274CB18AA4ED}"/>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187723638"/>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1"/>
        </a:solidFill>
        <a:effectLst/>
      </p:bgPr>
    </p:bg>
    <p:spTree>
      <p:nvGrpSpPr>
        <p:cNvPr id="1" name=""/>
        <p:cNvGrpSpPr/>
        <p:nvPr/>
      </p:nvGrpSpPr>
      <p:grpSpPr>
        <a:xfrm>
          <a:off x="0" y="0"/>
          <a:ext cx="0" cy="0"/>
          <a:chOff x="0" y="0"/>
          <a:chExt cx="0" cy="0"/>
        </a:xfrm>
      </p:grpSpPr>
      <p:pic>
        <p:nvPicPr>
          <p:cNvPr id="14" name="Picture 13" descr="A close up of a bubble&#10;&#10;AI-generated content may be incorrect.">
            <a:extLst>
              <a:ext uri="{FF2B5EF4-FFF2-40B4-BE49-F238E27FC236}">
                <a16:creationId xmlns:a16="http://schemas.microsoft.com/office/drawing/2014/main" id="{B151E50E-DC1D-C22C-0C1F-221AA729DA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Graphic 7">
            <a:extLst>
              <a:ext uri="{FF2B5EF4-FFF2-40B4-BE49-F238E27FC236}">
                <a16:creationId xmlns:a16="http://schemas.microsoft.com/office/drawing/2014/main" id="{F65420D2-A6C8-2DFC-2118-B78357CCAA8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CDF9954-8E89-826A-2D28-2C5E18A23406}"/>
              </a:ext>
            </a:extLst>
          </p:cNvPr>
          <p:cNvSpPr>
            <a:spLocks noGrp="1"/>
          </p:cNvSpPr>
          <p:nvPr>
            <p:ph type="title"/>
          </p:nvPr>
        </p:nvSpPr>
        <p:spPr>
          <a:xfrm>
            <a:off x="1523999" y="4876800"/>
            <a:ext cx="9144001" cy="933304"/>
          </a:xfrm>
        </p:spPr>
        <p:txBody>
          <a:bodyPr anchor="t">
            <a:normAutofit/>
          </a:bodyPr>
          <a:lstStyle>
            <a:lvl1pPr algn="ctr">
              <a:lnSpc>
                <a:spcPct val="110000"/>
              </a:lnSpc>
              <a:defRPr sz="2200" b="0" i="0" cap="all" baseline="0">
                <a:solidFill>
                  <a:schemeClr val="tx1"/>
                </a:solidFill>
                <a:latin typeface="+mn-lt"/>
                <a:cs typeface="Segoe UI" panose="020B0502040204020203" pitchFamily="34" charset="0"/>
              </a:defRPr>
            </a:lvl1pPr>
          </a:lstStyle>
          <a:p>
            <a:r>
              <a:rPr lang="en-US"/>
              <a:t>Click to edit Master title style</a:t>
            </a:r>
          </a:p>
        </p:txBody>
      </p:sp>
      <p:sp>
        <p:nvSpPr>
          <p:cNvPr id="7" name="Footer Placeholder 6">
            <a:extLst>
              <a:ext uri="{FF2B5EF4-FFF2-40B4-BE49-F238E27FC236}">
                <a16:creationId xmlns:a16="http://schemas.microsoft.com/office/drawing/2014/main" id="{06FF8955-81FF-5C9E-4367-C787FEB7E923}"/>
              </a:ext>
            </a:extLst>
          </p:cNvPr>
          <p:cNvSpPr>
            <a:spLocks noGrp="1"/>
          </p:cNvSpPr>
          <p:nvPr>
            <p:ph type="ftr" sz="quarter" idx="15"/>
          </p:nvPr>
        </p:nvSpPr>
        <p:spPr>
          <a:xfrm>
            <a:off x="381000" y="158982"/>
            <a:ext cx="3200400" cy="365125"/>
          </a:xfrm>
        </p:spPr>
        <p:txBody>
          <a:bodyPr/>
          <a:lstStyle/>
          <a:p>
            <a:r>
              <a:rPr lang="en-US"/>
              <a:t>Sample Footer Text</a:t>
            </a:r>
          </a:p>
        </p:txBody>
      </p:sp>
      <p:sp>
        <p:nvSpPr>
          <p:cNvPr id="6" name="Date Placeholder 5">
            <a:extLst>
              <a:ext uri="{FF2B5EF4-FFF2-40B4-BE49-F238E27FC236}">
                <a16:creationId xmlns:a16="http://schemas.microsoft.com/office/drawing/2014/main" id="{AE8E656D-8CAF-0BA1-21A3-D813F0C299AC}"/>
              </a:ext>
            </a:extLst>
          </p:cNvPr>
          <p:cNvSpPr>
            <a:spLocks noGrp="1"/>
          </p:cNvSpPr>
          <p:nvPr>
            <p:ph type="dt" sz="half" idx="14"/>
          </p:nvPr>
        </p:nvSpPr>
        <p:spPr>
          <a:xfrm>
            <a:off x="9525000" y="152400"/>
            <a:ext cx="1800171" cy="365125"/>
          </a:xfrm>
        </p:spPr>
        <p:txBody>
          <a:bodyPr/>
          <a:lstStyle/>
          <a:p>
            <a:fld id="{9195CB68-20BB-7D4A-9E92-9AD71D038F2F}" type="datetime1">
              <a:rPr lang="en-US" smtClean="0"/>
              <a:t>7/16/2026</a:t>
            </a:fld>
            <a:endParaRPr lang="en-US"/>
          </a:p>
        </p:txBody>
      </p:sp>
      <p:sp>
        <p:nvSpPr>
          <p:cNvPr id="11" name="Slide Number Placeholder 10">
            <a:extLst>
              <a:ext uri="{FF2B5EF4-FFF2-40B4-BE49-F238E27FC236}">
                <a16:creationId xmlns:a16="http://schemas.microsoft.com/office/drawing/2014/main" id="{08E1534F-67F4-FC39-959A-B960911FFF2A}"/>
              </a:ext>
            </a:extLst>
          </p:cNvPr>
          <p:cNvSpPr>
            <a:spLocks noGrp="1"/>
          </p:cNvSpPr>
          <p:nvPr>
            <p:ph type="sldNum" sz="quarter" idx="16"/>
          </p:nvPr>
        </p:nvSpPr>
        <p:spPr>
          <a:xfrm>
            <a:off x="11375694" y="152400"/>
            <a:ext cx="429207" cy="365125"/>
          </a:xfrm>
        </p:spPr>
        <p:txBody>
          <a:bodyPr/>
          <a:lstStyle/>
          <a:p>
            <a:fld id="{AEAA3239-9EA4-4A65-A281-97F994456D9F}" type="slidenum">
              <a:rPr lang="en-US" smtClean="0"/>
              <a:pPr/>
              <a:t>‹#›</a:t>
            </a:fld>
            <a:endParaRPr lang="en-US"/>
          </a:p>
        </p:txBody>
      </p:sp>
      <p:sp>
        <p:nvSpPr>
          <p:cNvPr id="10" name="Content Placeholder 6">
            <a:extLst>
              <a:ext uri="{FF2B5EF4-FFF2-40B4-BE49-F238E27FC236}">
                <a16:creationId xmlns:a16="http://schemas.microsoft.com/office/drawing/2014/main" id="{C93864AC-1E34-CDBA-AC5E-F572F13532E7}"/>
              </a:ext>
            </a:extLst>
          </p:cNvPr>
          <p:cNvSpPr>
            <a:spLocks noGrp="1"/>
          </p:cNvSpPr>
          <p:nvPr>
            <p:ph sz="quarter" idx="13" hasCustomPrompt="1"/>
          </p:nvPr>
        </p:nvSpPr>
        <p:spPr>
          <a:xfrm>
            <a:off x="609601" y="1219200"/>
            <a:ext cx="10972800" cy="4334435"/>
          </a:xfrm>
        </p:spPr>
        <p:txBody>
          <a:bodyPr anchor="ctr">
            <a:normAutofit/>
          </a:bodyPr>
          <a:lstStyle>
            <a:lvl1pPr marL="0" indent="0" algn="ctr">
              <a:lnSpc>
                <a:spcPct val="90000"/>
              </a:lnSpc>
              <a:buNone/>
              <a:defRPr sz="28000" b="0" i="0">
                <a:solidFill>
                  <a:schemeClr val="tx1"/>
                </a:solidFill>
                <a:latin typeface="+mj-lt"/>
                <a:cs typeface="Biome" panose="020B0503030204020804" pitchFamily="34" charset="0"/>
              </a:defRPr>
            </a:lvl1pPr>
          </a:lstStyle>
          <a:p>
            <a:pPr lvl="0"/>
            <a:r>
              <a:rPr lang="en-US"/>
              <a:t>##%</a:t>
            </a:r>
          </a:p>
        </p:txBody>
      </p:sp>
    </p:spTree>
    <p:extLst>
      <p:ext uri="{BB962C8B-B14F-4D97-AF65-F5344CB8AC3E}">
        <p14:creationId xmlns:p14="http://schemas.microsoft.com/office/powerpoint/2010/main" val="335635339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bg1"/>
        </a:solidFill>
        <a:effectLst/>
      </p:bgPr>
    </p:bg>
    <p:spTree>
      <p:nvGrpSpPr>
        <p:cNvPr id="1" name=""/>
        <p:cNvGrpSpPr/>
        <p:nvPr/>
      </p:nvGrpSpPr>
      <p:grpSpPr>
        <a:xfrm>
          <a:off x="0" y="0"/>
          <a:ext cx="0" cy="0"/>
          <a:chOff x="0" y="0"/>
          <a:chExt cx="0" cy="0"/>
        </a:xfrm>
      </p:grpSpPr>
      <p:pic>
        <p:nvPicPr>
          <p:cNvPr id="17" name="Picture 16" descr="A close up of a pink and blue background&#10;&#10;AI-generated content may be incorrect.">
            <a:extLst>
              <a:ext uri="{FF2B5EF4-FFF2-40B4-BE49-F238E27FC236}">
                <a16:creationId xmlns:a16="http://schemas.microsoft.com/office/drawing/2014/main" id="{EE26E3E4-C73C-05B3-5F0F-3D152F526F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15"/>
            <a:ext cx="12188952" cy="6856285"/>
          </a:xfrm>
          <a:prstGeom prst="rect">
            <a:avLst/>
          </a:prstGeom>
        </p:spPr>
      </p:pic>
      <p:pic>
        <p:nvPicPr>
          <p:cNvPr id="8" name="Graphic 7">
            <a:extLst>
              <a:ext uri="{FF2B5EF4-FFF2-40B4-BE49-F238E27FC236}">
                <a16:creationId xmlns:a16="http://schemas.microsoft.com/office/drawing/2014/main" id="{0A565F90-9406-D8D9-2A7A-FB8CA7E9789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10" name="Title 9">
            <a:extLst>
              <a:ext uri="{FF2B5EF4-FFF2-40B4-BE49-F238E27FC236}">
                <a16:creationId xmlns:a16="http://schemas.microsoft.com/office/drawing/2014/main" id="{9733436F-DF03-C037-5141-6E90FCA81FA9}"/>
              </a:ext>
            </a:extLst>
          </p:cNvPr>
          <p:cNvSpPr>
            <a:spLocks noGrp="1"/>
          </p:cNvSpPr>
          <p:nvPr>
            <p:ph type="title"/>
          </p:nvPr>
        </p:nvSpPr>
        <p:spPr>
          <a:xfrm>
            <a:off x="4724400" y="5029201"/>
            <a:ext cx="6858000" cy="1059806"/>
          </a:xfrm>
        </p:spPr>
        <p:txBody>
          <a:bodyPr anchor="ctr"/>
          <a:lstStyle>
            <a:lvl1pPr>
              <a:lnSpc>
                <a:spcPct val="110000"/>
              </a:lnSpc>
              <a:defRPr sz="2200">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A3ADBA34-7E08-D5CF-9B8C-ABC3777215BC}"/>
              </a:ext>
            </a:extLst>
          </p:cNvPr>
          <p:cNvSpPr>
            <a:spLocks noGrp="1"/>
          </p:cNvSpPr>
          <p:nvPr>
            <p:ph sz="quarter" idx="17" hasCustomPrompt="1"/>
          </p:nvPr>
        </p:nvSpPr>
        <p:spPr>
          <a:xfrm>
            <a:off x="609600" y="1066800"/>
            <a:ext cx="10972800" cy="4041648"/>
          </a:xfrm>
        </p:spPr>
        <p:txBody>
          <a:bodyPr anchor="ctr"/>
          <a:lstStyle>
            <a:lvl1pPr>
              <a:lnSpc>
                <a:spcPct val="90000"/>
              </a:lnSpc>
              <a:defRPr sz="32000">
                <a:latin typeface="+mj-lt"/>
              </a:defRPr>
            </a:lvl1pPr>
          </a:lstStyle>
          <a:p>
            <a:pPr lvl="0"/>
            <a:r>
              <a:rPr lang="en-US"/>
              <a:t>##%</a:t>
            </a:r>
          </a:p>
        </p:txBody>
      </p:sp>
      <p:sp>
        <p:nvSpPr>
          <p:cNvPr id="3" name="Footer Placeholder 2">
            <a:extLst>
              <a:ext uri="{FF2B5EF4-FFF2-40B4-BE49-F238E27FC236}">
                <a16:creationId xmlns:a16="http://schemas.microsoft.com/office/drawing/2014/main" id="{33231733-5D4C-7A42-4F95-61D85EEAF5F5}"/>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56416323-93D8-EC57-3DB5-CC2794D1BC38}"/>
              </a:ext>
            </a:extLst>
          </p:cNvPr>
          <p:cNvSpPr>
            <a:spLocks noGrp="1"/>
          </p:cNvSpPr>
          <p:nvPr>
            <p:ph type="dt" sz="half" idx="14"/>
          </p:nvPr>
        </p:nvSpPr>
        <p:spPr/>
        <p:txBody>
          <a:bodyPr/>
          <a:lstStyle/>
          <a:p>
            <a:fld id="{FAF93496-2377-444C-B645-EBE751409D0E}" type="datetime1">
              <a:rPr lang="en-US" smtClean="0"/>
              <a:t>7/16/2026</a:t>
            </a:fld>
            <a:endParaRPr lang="en-US"/>
          </a:p>
        </p:txBody>
      </p:sp>
      <p:sp>
        <p:nvSpPr>
          <p:cNvPr id="4" name="Slide Number Placeholder 3">
            <a:extLst>
              <a:ext uri="{FF2B5EF4-FFF2-40B4-BE49-F238E27FC236}">
                <a16:creationId xmlns:a16="http://schemas.microsoft.com/office/drawing/2014/main" id="{E0ECA7AA-A42C-BDBA-AA41-F842F560A9F1}"/>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06978475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1"/>
      </p:bgRef>
    </p:bg>
    <p:spTree>
      <p:nvGrpSpPr>
        <p:cNvPr id="1" name=""/>
        <p:cNvGrpSpPr/>
        <p:nvPr/>
      </p:nvGrpSpPr>
      <p:grpSpPr>
        <a:xfrm>
          <a:off x="0" y="0"/>
          <a:ext cx="0" cy="0"/>
          <a:chOff x="0" y="0"/>
          <a:chExt cx="0" cy="0"/>
        </a:xfrm>
      </p:grpSpPr>
      <p:pic>
        <p:nvPicPr>
          <p:cNvPr id="13" name="Picture 12" descr="A blue and pink gradient&#10;&#10;AI-generated content may be incorrect.">
            <a:extLst>
              <a:ext uri="{FF2B5EF4-FFF2-40B4-BE49-F238E27FC236}">
                <a16:creationId xmlns:a16="http://schemas.microsoft.com/office/drawing/2014/main" id="{B7C75419-CE9A-C722-14D8-AEB75E4273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Graphic 7">
            <a:extLst>
              <a:ext uri="{FF2B5EF4-FFF2-40B4-BE49-F238E27FC236}">
                <a16:creationId xmlns:a16="http://schemas.microsoft.com/office/drawing/2014/main" id="{BF766998-B646-F579-CEC0-CC818F8ADF79}"/>
              </a:ext>
            </a:extLst>
          </p:cNvPr>
          <p:cNvSpPr/>
          <p:nvPr/>
        </p:nvSpPr>
        <p:spPr>
          <a:xfrm rot="10800000">
            <a:off x="898" y="0"/>
            <a:ext cx="12185643" cy="6858000"/>
          </a:xfrm>
          <a:custGeom>
            <a:avLst/>
            <a:gdLst>
              <a:gd name="connsiteX0" fmla="*/ 12185643 w 12185643"/>
              <a:gd name="connsiteY0" fmla="*/ 6858000 h 6858000"/>
              <a:gd name="connsiteX1" fmla="*/ 0 w 12185643"/>
              <a:gd name="connsiteY1" fmla="*/ 6858000 h 6858000"/>
              <a:gd name="connsiteX2" fmla="*/ 0 w 12185643"/>
              <a:gd name="connsiteY2" fmla="*/ 0 h 6858000"/>
              <a:gd name="connsiteX3" fmla="*/ 12185643 w 12185643"/>
              <a:gd name="connsiteY3" fmla="*/ 0 h 6858000"/>
              <a:gd name="connsiteX4" fmla="*/ 12185643 w 12185643"/>
              <a:gd name="connsiteY4" fmla="*/ 6858000 h 6858000"/>
              <a:gd name="connsiteX5" fmla="*/ 501389 w 12185643"/>
              <a:gd name="connsiteY5" fmla="*/ 694246 h 6858000"/>
              <a:gd name="connsiteX6" fmla="*/ 152321 w 12185643"/>
              <a:gd name="connsiteY6" fmla="*/ 1043496 h 6858000"/>
              <a:gd name="connsiteX7" fmla="*/ 152321 w 12185643"/>
              <a:gd name="connsiteY7" fmla="*/ 6356350 h 6858000"/>
              <a:gd name="connsiteX8" fmla="*/ 501389 w 12185643"/>
              <a:gd name="connsiteY8" fmla="*/ 6705600 h 6858000"/>
              <a:gd name="connsiteX9" fmla="*/ 11684254 w 12185643"/>
              <a:gd name="connsiteY9" fmla="*/ 6705600 h 6858000"/>
              <a:gd name="connsiteX10" fmla="*/ 12033323 w 12185643"/>
              <a:gd name="connsiteY10" fmla="*/ 6356350 h 6858000"/>
              <a:gd name="connsiteX11" fmla="*/ 12033323 w 12185643"/>
              <a:gd name="connsiteY11" fmla="*/ 1043496 h 6858000"/>
              <a:gd name="connsiteX12" fmla="*/ 11684254 w 12185643"/>
              <a:gd name="connsiteY12" fmla="*/ 694246 h 6858000"/>
              <a:gd name="connsiteX13" fmla="*/ 501389 w 12185643"/>
              <a:gd name="connsiteY13" fmla="*/ 6942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85643" h="6858000">
                <a:moveTo>
                  <a:pt x="12185643" y="6858000"/>
                </a:moveTo>
                <a:lnTo>
                  <a:pt x="0" y="6858000"/>
                </a:lnTo>
                <a:lnTo>
                  <a:pt x="0" y="0"/>
                </a:lnTo>
                <a:lnTo>
                  <a:pt x="12185643" y="0"/>
                </a:lnTo>
                <a:lnTo>
                  <a:pt x="12185643" y="6858000"/>
                </a:lnTo>
                <a:close/>
                <a:moveTo>
                  <a:pt x="501389" y="694246"/>
                </a:moveTo>
                <a:cubicBezTo>
                  <a:pt x="308604" y="694246"/>
                  <a:pt x="152321" y="850608"/>
                  <a:pt x="152321" y="1043496"/>
                </a:cubicBezTo>
                <a:lnTo>
                  <a:pt x="152321" y="6356350"/>
                </a:lnTo>
                <a:cubicBezTo>
                  <a:pt x="152321" y="6549263"/>
                  <a:pt x="308604" y="6705600"/>
                  <a:pt x="501389" y="6705600"/>
                </a:cubicBezTo>
                <a:lnTo>
                  <a:pt x="11684254" y="6705600"/>
                </a:lnTo>
                <a:cubicBezTo>
                  <a:pt x="11877067" y="6705600"/>
                  <a:pt x="12033323" y="6549263"/>
                  <a:pt x="12033323" y="6356350"/>
                </a:cubicBezTo>
                <a:lnTo>
                  <a:pt x="12033323" y="1043496"/>
                </a:lnTo>
                <a:cubicBezTo>
                  <a:pt x="12033323" y="850608"/>
                  <a:pt x="11877067" y="694246"/>
                  <a:pt x="11684254" y="694246"/>
                </a:cubicBezTo>
                <a:lnTo>
                  <a:pt x="501389" y="694246"/>
                </a:lnTo>
                <a:close/>
              </a:path>
            </a:pathLst>
          </a:custGeom>
          <a:solidFill>
            <a:schemeClr val="bg1"/>
          </a:solidFill>
          <a:ln w="6347" cap="flat">
            <a:noFill/>
            <a:prstDash val="solid"/>
            <a:miter/>
          </a:ln>
        </p:spPr>
        <p:txBody>
          <a:bodyPr rtlCol="0" anchor="ctr"/>
          <a:lstStyle/>
          <a:p>
            <a:endParaRPr lang="en-US">
              <a:solidFill>
                <a:schemeClr val="tx1"/>
              </a:solidFill>
            </a:endParaRPr>
          </a:p>
        </p:txBody>
      </p:sp>
      <p:sp>
        <p:nvSpPr>
          <p:cNvPr id="11" name="Title 10">
            <a:extLst>
              <a:ext uri="{FF2B5EF4-FFF2-40B4-BE49-F238E27FC236}">
                <a16:creationId xmlns:a16="http://schemas.microsoft.com/office/drawing/2014/main" id="{E0ABE5B9-4225-A306-2DAC-75E06A7BC64C}"/>
              </a:ext>
            </a:extLst>
          </p:cNvPr>
          <p:cNvSpPr>
            <a:spLocks noGrp="1"/>
          </p:cNvSpPr>
          <p:nvPr>
            <p:ph type="title"/>
          </p:nvPr>
        </p:nvSpPr>
        <p:spPr>
          <a:xfrm>
            <a:off x="604838" y="4730435"/>
            <a:ext cx="8234362" cy="908365"/>
          </a:xfrm>
        </p:spPr>
        <p:txBody>
          <a:bodyPr>
            <a:normAutofit/>
          </a:bodyPr>
          <a:lstStyle>
            <a:lvl1pPr>
              <a:lnSpc>
                <a:spcPct val="110000"/>
              </a:lnSpc>
              <a:defRPr sz="24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37C34C59-51DE-1A41-1297-289A4EEC9610}"/>
              </a:ext>
            </a:extLst>
          </p:cNvPr>
          <p:cNvSpPr>
            <a:spLocks noGrp="1"/>
          </p:cNvSpPr>
          <p:nvPr>
            <p:ph sz="quarter" idx="17" hasCustomPrompt="1"/>
          </p:nvPr>
        </p:nvSpPr>
        <p:spPr>
          <a:xfrm>
            <a:off x="604838" y="838200"/>
            <a:ext cx="11199812" cy="3657600"/>
          </a:xfrm>
        </p:spPr>
        <p:txBody>
          <a:bodyPr/>
          <a:lstStyle>
            <a:lvl1pPr>
              <a:lnSpc>
                <a:spcPct val="90000"/>
              </a:lnSpc>
              <a:defRPr sz="27800">
                <a:latin typeface="+mj-lt"/>
              </a:defRPr>
            </a:lvl1pPr>
          </a:lstStyle>
          <a:p>
            <a:pPr lvl="0"/>
            <a:r>
              <a:rPr lang="en-US"/>
              <a:t>##%</a:t>
            </a:r>
          </a:p>
        </p:txBody>
      </p:sp>
      <p:sp>
        <p:nvSpPr>
          <p:cNvPr id="4" name="Footer Placeholder 3">
            <a:extLst>
              <a:ext uri="{FF2B5EF4-FFF2-40B4-BE49-F238E27FC236}">
                <a16:creationId xmlns:a16="http://schemas.microsoft.com/office/drawing/2014/main" id="{807D394B-A85B-3F18-7A00-F6903DB9D2C0}"/>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74D33632-66A2-3497-6DB8-C0BAE37B2ED2}"/>
              </a:ext>
            </a:extLst>
          </p:cNvPr>
          <p:cNvSpPr>
            <a:spLocks noGrp="1"/>
          </p:cNvSpPr>
          <p:nvPr>
            <p:ph type="dt" sz="half" idx="14"/>
          </p:nvPr>
        </p:nvSpPr>
        <p:spPr/>
        <p:txBody>
          <a:bodyPr/>
          <a:lstStyle>
            <a:lvl1pPr>
              <a:defRPr>
                <a:solidFill>
                  <a:schemeClr val="tx1"/>
                </a:solidFill>
              </a:defRPr>
            </a:lvl1pPr>
          </a:lstStyle>
          <a:p>
            <a:fld id="{B29FD2E1-2E7E-4E47-A0E4-B8C330155E6A}" type="datetime1">
              <a:rPr lang="en-US" smtClean="0"/>
              <a:pPr/>
              <a:t>7/16/2026</a:t>
            </a:fld>
            <a:endParaRPr lang="en-US"/>
          </a:p>
        </p:txBody>
      </p:sp>
      <p:sp>
        <p:nvSpPr>
          <p:cNvPr id="5" name="Slide Number Placeholder 4">
            <a:extLst>
              <a:ext uri="{FF2B5EF4-FFF2-40B4-BE49-F238E27FC236}">
                <a16:creationId xmlns:a16="http://schemas.microsoft.com/office/drawing/2014/main" id="{3CD18E61-F2C7-CBF8-114B-A1C90515377C}"/>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979595999"/>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ement">
    <p:bg>
      <p:bgRef idx="1001">
        <a:schemeClr val="bg1"/>
      </p:bgRef>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CEC02AF0-2629-8770-A541-3F1617189E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D9950417-35F4-F816-8A7A-09C28E5F63A3}"/>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9" name="Content Placeholder 6">
            <a:extLst>
              <a:ext uri="{FF2B5EF4-FFF2-40B4-BE49-F238E27FC236}">
                <a16:creationId xmlns:a16="http://schemas.microsoft.com/office/drawing/2014/main" id="{85FC488E-5BA5-381F-F5F2-7A6D1B220906}"/>
              </a:ext>
            </a:extLst>
          </p:cNvPr>
          <p:cNvSpPr>
            <a:spLocks noGrp="1"/>
          </p:cNvSpPr>
          <p:nvPr>
            <p:ph sz="quarter" idx="13" hasCustomPrompt="1"/>
          </p:nvPr>
        </p:nvSpPr>
        <p:spPr>
          <a:xfrm>
            <a:off x="381000" y="685800"/>
            <a:ext cx="11430000" cy="5486400"/>
          </a:xfrm>
        </p:spPr>
        <p:txBody>
          <a:bodyPr anchor="t">
            <a:normAutofit/>
          </a:bodyPr>
          <a:lstStyle>
            <a:lvl1pPr marL="0" indent="0">
              <a:lnSpc>
                <a:spcPct val="90000"/>
              </a:lnSpc>
              <a:buNone/>
              <a:defRPr sz="8000" b="0">
                <a:solidFill>
                  <a:schemeClr val="tx1"/>
                </a:solidFill>
              </a:defRPr>
            </a:lvl1pPr>
            <a:lvl2pPr marL="228600" indent="0">
              <a:lnSpc>
                <a:spcPct val="90000"/>
              </a:lnSpc>
              <a:buNone/>
              <a:defRPr sz="7200" b="0">
                <a:solidFill>
                  <a:schemeClr val="tx1"/>
                </a:solidFill>
              </a:defRPr>
            </a:lvl2pPr>
            <a:lvl3pPr marL="457200" indent="0">
              <a:lnSpc>
                <a:spcPct val="90000"/>
              </a:lnSpc>
              <a:buNone/>
              <a:defRPr sz="6600" b="0">
                <a:solidFill>
                  <a:schemeClr val="tx1"/>
                </a:solidFill>
              </a:defRPr>
            </a:lvl3pPr>
            <a:lvl4pPr marL="685800" indent="0">
              <a:lnSpc>
                <a:spcPct val="90000"/>
              </a:lnSpc>
              <a:buNone/>
              <a:defRPr sz="6000" b="0">
                <a:solidFill>
                  <a:schemeClr val="tx1"/>
                </a:solidFill>
              </a:defRPr>
            </a:lvl4pPr>
            <a:lvl5pPr marL="914400" indent="0">
              <a:lnSpc>
                <a:spcPct val="90000"/>
              </a:lnSpc>
              <a:buNone/>
              <a:defRPr sz="5400" b="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32B6F9AB-D139-2C1F-00CB-9691DC19D504}"/>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9E16E803-3D9A-FF7D-784D-8A8F6C972030}"/>
              </a:ext>
            </a:extLst>
          </p:cNvPr>
          <p:cNvSpPr>
            <a:spLocks noGrp="1"/>
          </p:cNvSpPr>
          <p:nvPr>
            <p:ph type="dt" sz="half" idx="14"/>
          </p:nvPr>
        </p:nvSpPr>
        <p:spPr/>
        <p:txBody>
          <a:bodyPr/>
          <a:lstStyle>
            <a:lvl1pPr>
              <a:defRPr>
                <a:solidFill>
                  <a:schemeClr val="tx1"/>
                </a:solidFill>
              </a:defRPr>
            </a:lvl1pPr>
          </a:lstStyle>
          <a:p>
            <a:fld id="{EEC1C73B-E8EA-3F4D-BC6B-13568C609C15}" type="datetime1">
              <a:rPr lang="en-US" smtClean="0"/>
              <a:pPr/>
              <a:t>7/16/2026</a:t>
            </a:fld>
            <a:endParaRPr lang="en-US"/>
          </a:p>
        </p:txBody>
      </p:sp>
      <p:sp>
        <p:nvSpPr>
          <p:cNvPr id="4" name="Slide Number Placeholder 3">
            <a:extLst>
              <a:ext uri="{FF2B5EF4-FFF2-40B4-BE49-F238E27FC236}">
                <a16:creationId xmlns:a16="http://schemas.microsoft.com/office/drawing/2014/main" id="{1D8D7C72-3429-AAA8-654F-344ED902B91D}"/>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532313879"/>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bg1"/>
        </a:solidFill>
        <a:effectLst/>
      </p:bgPr>
    </p:bg>
    <p:spTree>
      <p:nvGrpSpPr>
        <p:cNvPr id="1" name=""/>
        <p:cNvGrpSpPr/>
        <p:nvPr/>
      </p:nvGrpSpPr>
      <p:grpSpPr>
        <a:xfrm>
          <a:off x="0" y="0"/>
          <a:ext cx="0" cy="0"/>
          <a:chOff x="0" y="0"/>
          <a:chExt cx="0" cy="0"/>
        </a:xfrm>
      </p:grpSpPr>
      <p:pic>
        <p:nvPicPr>
          <p:cNvPr id="19" name="Picture 18" descr="A blurry image of a blue and pink color&#10;&#10;AI-generated content may be incorrect.">
            <a:extLst>
              <a:ext uri="{FF2B5EF4-FFF2-40B4-BE49-F238E27FC236}">
                <a16:creationId xmlns:a16="http://schemas.microsoft.com/office/drawing/2014/main" id="{CE7B6BE6-8C3C-A057-92EF-B4CC19C0A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952" cy="6856285"/>
          </a:xfrm>
          <a:prstGeom prst="rect">
            <a:avLst/>
          </a:prstGeom>
        </p:spPr>
      </p:pic>
      <p:pic>
        <p:nvPicPr>
          <p:cNvPr id="12" name="Graphic 11">
            <a:extLst>
              <a:ext uri="{FF2B5EF4-FFF2-40B4-BE49-F238E27FC236}">
                <a16:creationId xmlns:a16="http://schemas.microsoft.com/office/drawing/2014/main" id="{484A6C87-FE17-4FCA-F34C-3C6963EBAA7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DE31E7B3-0420-8F46-6F8C-BEC942469B7F}"/>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10" name="Content Placeholder 6">
            <a:extLst>
              <a:ext uri="{FF2B5EF4-FFF2-40B4-BE49-F238E27FC236}">
                <a16:creationId xmlns:a16="http://schemas.microsoft.com/office/drawing/2014/main" id="{DF3518DE-0793-421D-B1A4-28B056428663}"/>
              </a:ext>
            </a:extLst>
          </p:cNvPr>
          <p:cNvSpPr>
            <a:spLocks noGrp="1"/>
          </p:cNvSpPr>
          <p:nvPr>
            <p:ph sz="quarter" idx="13" hasCustomPrompt="1"/>
          </p:nvPr>
        </p:nvSpPr>
        <p:spPr>
          <a:xfrm>
            <a:off x="612648" y="1143000"/>
            <a:ext cx="10055352" cy="4572000"/>
          </a:xfrm>
        </p:spPr>
        <p:txBody>
          <a:bodyPr anchor="ctr">
            <a:normAutofit/>
          </a:bodyPr>
          <a:lstStyle>
            <a:lvl1pPr marL="0" indent="0">
              <a:lnSpc>
                <a:spcPct val="90000"/>
              </a:lnSpc>
              <a:buNone/>
              <a:defRPr sz="5500" b="0">
                <a:solidFill>
                  <a:schemeClr val="tx1"/>
                </a:solidFill>
              </a:defRPr>
            </a:lvl1pPr>
            <a:lvl2pPr marL="228600" indent="0">
              <a:lnSpc>
                <a:spcPct val="90000"/>
              </a:lnSpc>
              <a:buNone/>
              <a:defRPr sz="5500" b="0">
                <a:solidFill>
                  <a:schemeClr val="tx1"/>
                </a:solidFill>
              </a:defRPr>
            </a:lvl2pPr>
            <a:lvl3pPr marL="457200" indent="0">
              <a:lnSpc>
                <a:spcPct val="90000"/>
              </a:lnSpc>
              <a:buNone/>
              <a:defRPr sz="5500" b="0">
                <a:solidFill>
                  <a:schemeClr val="tx1"/>
                </a:solidFill>
              </a:defRPr>
            </a:lvl3pPr>
            <a:lvl4pPr marL="685800" indent="0">
              <a:lnSpc>
                <a:spcPct val="90000"/>
              </a:lnSpc>
              <a:buNone/>
              <a:defRPr sz="5500" b="0">
                <a:solidFill>
                  <a:schemeClr val="tx1"/>
                </a:solidFill>
              </a:defRPr>
            </a:lvl4pPr>
            <a:lvl5pPr marL="914400" indent="0">
              <a:lnSpc>
                <a:spcPct val="90000"/>
              </a:lnSpc>
              <a:buNone/>
              <a:defRPr sz="5500" b="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14" name="Footer Placeholder 10">
            <a:extLst>
              <a:ext uri="{FF2B5EF4-FFF2-40B4-BE49-F238E27FC236}">
                <a16:creationId xmlns:a16="http://schemas.microsoft.com/office/drawing/2014/main" id="{DEEE13FA-BDB3-D527-0B3C-C5CF32ACA10A}"/>
              </a:ext>
            </a:extLst>
          </p:cNvPr>
          <p:cNvSpPr>
            <a:spLocks noGrp="1"/>
          </p:cNvSpPr>
          <p:nvPr>
            <p:ph type="ftr" sz="quarter" idx="11"/>
          </p:nvPr>
        </p:nvSpPr>
        <p:spPr>
          <a:xfrm>
            <a:off x="381000" y="6310660"/>
            <a:ext cx="3200400" cy="365125"/>
          </a:xfrm>
        </p:spPr>
        <p:txBody>
          <a:bodyPr/>
          <a:lstStyle>
            <a:lvl1pPr>
              <a:defRPr>
                <a:solidFill>
                  <a:schemeClr val="tx1"/>
                </a:solidFill>
              </a:defRPr>
            </a:lvl1pPr>
          </a:lstStyle>
          <a:p>
            <a:r>
              <a:rPr lang="en-US"/>
              <a:t>Sample Footer Text</a:t>
            </a:r>
          </a:p>
        </p:txBody>
      </p:sp>
      <p:sp>
        <p:nvSpPr>
          <p:cNvPr id="13" name="Date Placeholder 5">
            <a:extLst>
              <a:ext uri="{FF2B5EF4-FFF2-40B4-BE49-F238E27FC236}">
                <a16:creationId xmlns:a16="http://schemas.microsoft.com/office/drawing/2014/main" id="{9C18FB6C-6208-7E69-D980-6941C96019C7}"/>
              </a:ext>
            </a:extLst>
          </p:cNvPr>
          <p:cNvSpPr>
            <a:spLocks noGrp="1"/>
          </p:cNvSpPr>
          <p:nvPr>
            <p:ph type="dt" sz="half" idx="10"/>
          </p:nvPr>
        </p:nvSpPr>
        <p:spPr>
          <a:xfrm>
            <a:off x="3631923" y="6310660"/>
            <a:ext cx="1800171" cy="365125"/>
          </a:xfrm>
        </p:spPr>
        <p:txBody>
          <a:bodyPr/>
          <a:lstStyle>
            <a:lvl1pPr>
              <a:defRPr>
                <a:solidFill>
                  <a:schemeClr val="tx1"/>
                </a:solidFill>
              </a:defRPr>
            </a:lvl1pPr>
          </a:lstStyle>
          <a:p>
            <a:fld id="{60E31574-77A2-5049-8555-8B5875AD8BC3}" type="datetime1">
              <a:rPr lang="en-US" smtClean="0"/>
              <a:t>7/16/2026</a:t>
            </a:fld>
            <a:endParaRPr lang="en-US"/>
          </a:p>
        </p:txBody>
      </p:sp>
      <p:sp>
        <p:nvSpPr>
          <p:cNvPr id="15" name="Slide Number Placeholder 11">
            <a:extLst>
              <a:ext uri="{FF2B5EF4-FFF2-40B4-BE49-F238E27FC236}">
                <a16:creationId xmlns:a16="http://schemas.microsoft.com/office/drawing/2014/main" id="{2974FB90-7208-DA12-99DF-FB0A622085E8}"/>
              </a:ext>
            </a:extLst>
          </p:cNvPr>
          <p:cNvSpPr>
            <a:spLocks noGrp="1"/>
          </p:cNvSpPr>
          <p:nvPr>
            <p:ph type="sldNum" sz="quarter" idx="12"/>
          </p:nvPr>
        </p:nvSpPr>
        <p:spPr>
          <a:xfrm>
            <a:off x="5482617" y="631066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23650998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3">
    <p:bg>
      <p:bgPr>
        <a:solidFill>
          <a:schemeClr val="bg1"/>
        </a:solidFill>
        <a:effectLst/>
      </p:bgPr>
    </p:bg>
    <p:spTree>
      <p:nvGrpSpPr>
        <p:cNvPr id="1" name=""/>
        <p:cNvGrpSpPr/>
        <p:nvPr/>
      </p:nvGrpSpPr>
      <p:grpSpPr>
        <a:xfrm>
          <a:off x="0" y="0"/>
          <a:ext cx="0" cy="0"/>
          <a:chOff x="0" y="0"/>
          <a:chExt cx="0" cy="0"/>
        </a:xfrm>
      </p:grpSpPr>
      <p:pic>
        <p:nvPicPr>
          <p:cNvPr id="4" name="Picture 3" descr="A blue and pink gradient&#10;&#10;AI-generated content may be incorrect.">
            <a:extLst>
              <a:ext uri="{FF2B5EF4-FFF2-40B4-BE49-F238E27FC236}">
                <a16:creationId xmlns:a16="http://schemas.microsoft.com/office/drawing/2014/main" id="{491DCE33-DB86-6A68-46D1-E4311F42478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F1693B94-07E5-638F-52DB-3F8E8D06EF0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0" y="0"/>
            <a:ext cx="12192000" cy="6858000"/>
          </a:xfrm>
          <a:prstGeom prst="rect">
            <a:avLst/>
          </a:prstGeom>
        </p:spPr>
      </p:pic>
      <p:sp>
        <p:nvSpPr>
          <p:cNvPr id="9" name="Title 1">
            <a:extLst>
              <a:ext uri="{FF2B5EF4-FFF2-40B4-BE49-F238E27FC236}">
                <a16:creationId xmlns:a16="http://schemas.microsoft.com/office/drawing/2014/main" id="{83C00096-4D67-EB4A-EF93-D6958D6696FD}"/>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10" name="Content Placeholder 7">
            <a:extLst>
              <a:ext uri="{FF2B5EF4-FFF2-40B4-BE49-F238E27FC236}">
                <a16:creationId xmlns:a16="http://schemas.microsoft.com/office/drawing/2014/main" id="{31C17B51-C5D8-9FDA-8C32-6379D51D8EE1}"/>
              </a:ext>
            </a:extLst>
          </p:cNvPr>
          <p:cNvSpPr>
            <a:spLocks noGrp="1"/>
          </p:cNvSpPr>
          <p:nvPr>
            <p:ph sz="quarter" idx="14" hasCustomPrompt="1"/>
          </p:nvPr>
        </p:nvSpPr>
        <p:spPr>
          <a:xfrm>
            <a:off x="609600" y="1033272"/>
            <a:ext cx="10972800" cy="4782312"/>
          </a:xfrm>
        </p:spPr>
        <p:txBody>
          <a:bodyPr anchor="ctr">
            <a:noAutofit/>
          </a:bodyPr>
          <a:lstStyle>
            <a:lvl1pPr marL="0" indent="0">
              <a:lnSpc>
                <a:spcPct val="90000"/>
              </a:lnSpc>
              <a:buNone/>
              <a:defRPr sz="6400" b="0">
                <a:solidFill>
                  <a:schemeClr val="tx1"/>
                </a:solidFill>
              </a:defRPr>
            </a:lvl1pPr>
            <a:lvl2pPr marL="228600" indent="0">
              <a:lnSpc>
                <a:spcPct val="90000"/>
              </a:lnSpc>
              <a:buNone/>
              <a:defRPr sz="6400" b="0">
                <a:solidFill>
                  <a:schemeClr val="tx1"/>
                </a:solidFill>
              </a:defRPr>
            </a:lvl2pPr>
            <a:lvl3pPr marL="457200" indent="0">
              <a:lnSpc>
                <a:spcPct val="90000"/>
              </a:lnSpc>
              <a:buNone/>
              <a:defRPr sz="6400" b="0">
                <a:solidFill>
                  <a:schemeClr val="tx1"/>
                </a:solidFill>
              </a:defRPr>
            </a:lvl3pPr>
            <a:lvl4pPr marL="685800" indent="0">
              <a:lnSpc>
                <a:spcPct val="90000"/>
              </a:lnSpc>
              <a:buNone/>
              <a:defRPr sz="6400" b="0">
                <a:solidFill>
                  <a:schemeClr val="tx1"/>
                </a:solidFill>
              </a:defRPr>
            </a:lvl4pPr>
            <a:lvl5pPr marL="914400" indent="0">
              <a:lnSpc>
                <a:spcPct val="90000"/>
              </a:lnSpc>
              <a:buNone/>
              <a:defRPr sz="6400" b="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12" name="Footer Placeholder 10">
            <a:extLst>
              <a:ext uri="{FF2B5EF4-FFF2-40B4-BE49-F238E27FC236}">
                <a16:creationId xmlns:a16="http://schemas.microsoft.com/office/drawing/2014/main" id="{AA8A51AA-D903-8E6D-7A27-9C5C903CA8CD}"/>
              </a:ext>
            </a:extLst>
          </p:cNvPr>
          <p:cNvSpPr>
            <a:spLocks noGrp="1"/>
          </p:cNvSpPr>
          <p:nvPr>
            <p:ph type="ftr" sz="quarter" idx="11"/>
          </p:nvPr>
        </p:nvSpPr>
        <p:spPr>
          <a:xfrm>
            <a:off x="6280176" y="6310660"/>
            <a:ext cx="3200400" cy="365125"/>
          </a:xfrm>
        </p:spPr>
        <p:txBody>
          <a:bodyPr/>
          <a:lstStyle>
            <a:lvl1pPr>
              <a:defRPr>
                <a:solidFill>
                  <a:schemeClr val="tx1"/>
                </a:solidFill>
              </a:defRPr>
            </a:lvl1pPr>
          </a:lstStyle>
          <a:p>
            <a:r>
              <a:rPr lang="en-US"/>
              <a:t>Sample Footer Text</a:t>
            </a:r>
          </a:p>
        </p:txBody>
      </p:sp>
      <p:sp>
        <p:nvSpPr>
          <p:cNvPr id="11" name="Date Placeholder 5">
            <a:extLst>
              <a:ext uri="{FF2B5EF4-FFF2-40B4-BE49-F238E27FC236}">
                <a16:creationId xmlns:a16="http://schemas.microsoft.com/office/drawing/2014/main" id="{0E4B77C0-0757-7A67-1229-339B6B028EE8}"/>
              </a:ext>
            </a:extLst>
          </p:cNvPr>
          <p:cNvSpPr>
            <a:spLocks noGrp="1"/>
          </p:cNvSpPr>
          <p:nvPr>
            <p:ph type="dt" sz="half" idx="10"/>
          </p:nvPr>
        </p:nvSpPr>
        <p:spPr>
          <a:xfrm>
            <a:off x="9531099" y="6310660"/>
            <a:ext cx="1800171" cy="365125"/>
          </a:xfrm>
        </p:spPr>
        <p:txBody>
          <a:bodyPr/>
          <a:lstStyle>
            <a:lvl1pPr>
              <a:defRPr>
                <a:solidFill>
                  <a:schemeClr val="tx1"/>
                </a:solidFill>
              </a:defRPr>
            </a:lvl1pPr>
          </a:lstStyle>
          <a:p>
            <a:fld id="{BE0F28E2-1197-1343-806E-BC1F6DA16A33}" type="datetime1">
              <a:rPr lang="en-US" smtClean="0"/>
              <a:t>7/16/2026</a:t>
            </a:fld>
            <a:endParaRPr lang="en-US"/>
          </a:p>
        </p:txBody>
      </p:sp>
      <p:sp>
        <p:nvSpPr>
          <p:cNvPr id="13" name="Slide Number Placeholder 11">
            <a:extLst>
              <a:ext uri="{FF2B5EF4-FFF2-40B4-BE49-F238E27FC236}">
                <a16:creationId xmlns:a16="http://schemas.microsoft.com/office/drawing/2014/main" id="{CE7C30F9-ABE8-80D2-2ACF-54336CEF09A9}"/>
              </a:ext>
            </a:extLst>
          </p:cNvPr>
          <p:cNvSpPr>
            <a:spLocks noGrp="1"/>
          </p:cNvSpPr>
          <p:nvPr>
            <p:ph type="sldNum" sz="quarter" idx="12"/>
          </p:nvPr>
        </p:nvSpPr>
        <p:spPr>
          <a:xfrm>
            <a:off x="11381793" y="631066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119882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ement 4">
    <p:bg>
      <p:bgRef idx="1001">
        <a:schemeClr val="bg1"/>
      </p:bgRef>
    </p:bg>
    <p:spTree>
      <p:nvGrpSpPr>
        <p:cNvPr id="1" name=""/>
        <p:cNvGrpSpPr/>
        <p:nvPr/>
      </p:nvGrpSpPr>
      <p:grpSpPr>
        <a:xfrm>
          <a:off x="0" y="0"/>
          <a:ext cx="0" cy="0"/>
          <a:chOff x="0" y="0"/>
          <a:chExt cx="0" cy="0"/>
        </a:xfrm>
      </p:grpSpPr>
      <p:pic>
        <p:nvPicPr>
          <p:cNvPr id="15" name="Picture 14" descr="A close up of a pink and blue background&#10;&#10;AI-generated content may be incorrect.">
            <a:extLst>
              <a:ext uri="{FF2B5EF4-FFF2-40B4-BE49-F238E27FC236}">
                <a16:creationId xmlns:a16="http://schemas.microsoft.com/office/drawing/2014/main" id="{A952B0CF-23BF-A911-17B4-65E745DA69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1000" y="685800"/>
            <a:ext cx="9372600" cy="5486400"/>
          </a:xfrm>
        </p:spPr>
        <p:txBody>
          <a:bodyPr vert="horz" lIns="91440" tIns="45720" rIns="91440" bIns="45720" rtlCol="0" anchor="ctr">
            <a:normAutofit/>
          </a:bodyPr>
          <a:lstStyle>
            <a:lvl1pPr marL="0" indent="0">
              <a:lnSpc>
                <a:spcPct val="90000"/>
              </a:lnSpc>
              <a:buNone/>
              <a:defRPr lang="en-US" sz="6600" b="0" dirty="0">
                <a:solidFill>
                  <a:schemeClr val="tx1"/>
                </a:solidFill>
              </a:defRPr>
            </a:lvl1pPr>
            <a:lvl2pPr marL="228600" indent="0">
              <a:lnSpc>
                <a:spcPct val="90000"/>
              </a:lnSpc>
              <a:buNone/>
              <a:defRPr lang="en-US" sz="6600" b="0" dirty="0">
                <a:solidFill>
                  <a:schemeClr val="tx1"/>
                </a:solidFill>
              </a:defRPr>
            </a:lvl2pPr>
            <a:lvl3pPr marL="457200" indent="0">
              <a:lnSpc>
                <a:spcPct val="90000"/>
              </a:lnSpc>
              <a:buNone/>
              <a:defRPr lang="en-US" sz="6600" b="0" dirty="0">
                <a:solidFill>
                  <a:schemeClr val="tx1"/>
                </a:solidFill>
              </a:defRPr>
            </a:lvl3pPr>
            <a:lvl4pPr marL="685800" indent="0">
              <a:lnSpc>
                <a:spcPct val="90000"/>
              </a:lnSpc>
              <a:buNone/>
              <a:defRPr lang="en-US" sz="6600" b="0" dirty="0">
                <a:solidFill>
                  <a:schemeClr val="tx1"/>
                </a:solidFill>
              </a:defRPr>
            </a:lvl4pPr>
            <a:lvl5pPr marL="914400" indent="0">
              <a:lnSpc>
                <a:spcPct val="90000"/>
              </a:lnSpc>
              <a:buNone/>
              <a:defRPr lang="en-US" sz="6600" b="0" dirty="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503F50B-48B9-3C55-0C29-C87157D9F962}"/>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8" name="Date Placeholder 7">
            <a:extLst>
              <a:ext uri="{FF2B5EF4-FFF2-40B4-BE49-F238E27FC236}">
                <a16:creationId xmlns:a16="http://schemas.microsoft.com/office/drawing/2014/main" id="{ED5A1179-499E-2F89-CD63-EB8B1F4CAFB3}"/>
              </a:ext>
            </a:extLst>
          </p:cNvPr>
          <p:cNvSpPr>
            <a:spLocks noGrp="1"/>
          </p:cNvSpPr>
          <p:nvPr>
            <p:ph type="dt" sz="half" idx="14"/>
          </p:nvPr>
        </p:nvSpPr>
        <p:spPr/>
        <p:txBody>
          <a:bodyPr/>
          <a:lstStyle>
            <a:lvl1pPr>
              <a:defRPr>
                <a:solidFill>
                  <a:schemeClr val="tx1"/>
                </a:solidFill>
              </a:defRPr>
            </a:lvl1pPr>
          </a:lstStyle>
          <a:p>
            <a:fld id="{526E19FE-7254-FB46-9FD2-44BC5921542B}" type="datetime1">
              <a:rPr lang="en-US" smtClean="0"/>
              <a:pPr/>
              <a:t>7/16/2026</a:t>
            </a:fld>
            <a:endParaRPr lang="en-US"/>
          </a:p>
        </p:txBody>
      </p:sp>
      <p:sp>
        <p:nvSpPr>
          <p:cNvPr id="10" name="Slide Number Placeholder 9">
            <a:extLst>
              <a:ext uri="{FF2B5EF4-FFF2-40B4-BE49-F238E27FC236}">
                <a16:creationId xmlns:a16="http://schemas.microsoft.com/office/drawing/2014/main" id="{6C338948-5206-2009-502E-8521B0EB3190}"/>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97084075"/>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pic>
        <p:nvPicPr>
          <p:cNvPr id="10" name="Picture 9" descr="A blurry image of a blue and pink gradient&#10;&#10;AI-generated content may be incorrect.">
            <a:extLst>
              <a:ext uri="{FF2B5EF4-FFF2-40B4-BE49-F238E27FC236}">
                <a16:creationId xmlns:a16="http://schemas.microsoft.com/office/drawing/2014/main" id="{18F0C9B0-AF1D-9CFD-7855-74E7CE9B3A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7">
            <a:extLst>
              <a:ext uri="{FF2B5EF4-FFF2-40B4-BE49-F238E27FC236}">
                <a16:creationId xmlns:a16="http://schemas.microsoft.com/office/drawing/2014/main" id="{74D1B34B-D7BF-2028-43E6-ED370A44C4A4}"/>
              </a:ext>
            </a:extLst>
          </p:cNvPr>
          <p:cNvSpPr>
            <a:spLocks noGrp="1"/>
          </p:cNvSpPr>
          <p:nvPr>
            <p:ph type="title" hasCustomPrompt="1"/>
          </p:nvPr>
        </p:nvSpPr>
        <p:spPr>
          <a:xfrm>
            <a:off x="1066800" y="4844735"/>
            <a:ext cx="5029200" cy="908365"/>
          </a:xfrm>
        </p:spPr>
        <p:txBody>
          <a:bodyPr>
            <a:normAutofit/>
          </a:bodyPr>
          <a:lstStyle>
            <a:lvl1pPr>
              <a:lnSpc>
                <a:spcPct val="120000"/>
              </a:lnSpc>
              <a:defRPr sz="2000" cap="all" baseline="0">
                <a:latin typeface="+mn-lt"/>
              </a:defRPr>
            </a:lvl1pPr>
          </a:lstStyle>
          <a:p>
            <a:r>
              <a:rPr lang="en-US"/>
              <a:t>Quote Author</a:t>
            </a:r>
          </a:p>
        </p:txBody>
      </p:sp>
      <p:sp>
        <p:nvSpPr>
          <p:cNvPr id="5" name="Content Placeholder 6">
            <a:extLst>
              <a:ext uri="{FF2B5EF4-FFF2-40B4-BE49-F238E27FC236}">
                <a16:creationId xmlns:a16="http://schemas.microsoft.com/office/drawing/2014/main" id="{1F645DC6-13F2-2059-DFE2-83FA308EE884}"/>
              </a:ext>
            </a:extLst>
          </p:cNvPr>
          <p:cNvSpPr>
            <a:spLocks noGrp="1"/>
          </p:cNvSpPr>
          <p:nvPr>
            <p:ph sz="quarter" idx="13" hasCustomPrompt="1"/>
          </p:nvPr>
        </p:nvSpPr>
        <p:spPr>
          <a:xfrm>
            <a:off x="1066800" y="1600200"/>
            <a:ext cx="9601200" cy="3200400"/>
          </a:xfrm>
        </p:spPr>
        <p:txBody>
          <a:bodyPr anchor="ctr">
            <a:normAutofit/>
          </a:bodyPr>
          <a:lstStyle>
            <a:lvl1pPr marL="164592" indent="-164592">
              <a:lnSpc>
                <a:spcPct val="100000"/>
              </a:lnSpc>
              <a:spcBef>
                <a:spcPts val="0"/>
              </a:spcBef>
              <a:buNone/>
              <a:defRPr sz="5400" b="0" i="0">
                <a:solidFill>
                  <a:schemeClr val="tx1"/>
                </a:solidFill>
                <a:latin typeface="+mj-lt"/>
                <a:cs typeface="Biome" panose="020B0503030204020804" pitchFamily="34" charset="0"/>
              </a:defRPr>
            </a:lvl1pPr>
          </a:lstStyle>
          <a:p>
            <a:pPr lvl="0"/>
            <a:r>
              <a:rPr lang="en-US"/>
              <a:t>Click to add Quote</a:t>
            </a:r>
          </a:p>
        </p:txBody>
      </p:sp>
      <p:sp>
        <p:nvSpPr>
          <p:cNvPr id="6" name="Footer Placeholder 5">
            <a:extLst>
              <a:ext uri="{FF2B5EF4-FFF2-40B4-BE49-F238E27FC236}">
                <a16:creationId xmlns:a16="http://schemas.microsoft.com/office/drawing/2014/main" id="{E3D509C4-DABE-4B7F-40EF-4DA2C790862E}"/>
              </a:ext>
            </a:extLst>
          </p:cNvPr>
          <p:cNvSpPr>
            <a:spLocks noGrp="1"/>
          </p:cNvSpPr>
          <p:nvPr>
            <p:ph type="ftr" sz="quarter" idx="15"/>
          </p:nvPr>
        </p:nvSpPr>
        <p:spPr/>
        <p:txBody>
          <a:bodyPr/>
          <a:lstStyle/>
          <a:p>
            <a:r>
              <a:rPr lang="en-US"/>
              <a:t>Sample Footer Text</a:t>
            </a:r>
          </a:p>
        </p:txBody>
      </p:sp>
      <p:sp>
        <p:nvSpPr>
          <p:cNvPr id="3" name="Date Placeholder 2">
            <a:extLst>
              <a:ext uri="{FF2B5EF4-FFF2-40B4-BE49-F238E27FC236}">
                <a16:creationId xmlns:a16="http://schemas.microsoft.com/office/drawing/2014/main" id="{B7F29BF7-2AD1-B9DE-EEC6-83A22292A1C6}"/>
              </a:ext>
            </a:extLst>
          </p:cNvPr>
          <p:cNvSpPr>
            <a:spLocks noGrp="1"/>
          </p:cNvSpPr>
          <p:nvPr>
            <p:ph type="dt" sz="half" idx="14"/>
          </p:nvPr>
        </p:nvSpPr>
        <p:spPr/>
        <p:txBody>
          <a:bodyPr/>
          <a:lstStyle/>
          <a:p>
            <a:fld id="{2138E274-D707-074B-90C0-1378B345261A}" type="datetime1">
              <a:rPr lang="en-US" smtClean="0"/>
              <a:t>7/16/2026</a:t>
            </a:fld>
            <a:endParaRPr lang="en-US"/>
          </a:p>
        </p:txBody>
      </p:sp>
      <p:sp>
        <p:nvSpPr>
          <p:cNvPr id="7" name="Slide Number Placeholder 6">
            <a:extLst>
              <a:ext uri="{FF2B5EF4-FFF2-40B4-BE49-F238E27FC236}">
                <a16:creationId xmlns:a16="http://schemas.microsoft.com/office/drawing/2014/main" id="{7A93B82C-1E23-A361-E81B-EC0F4E0B205F}"/>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64938674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bg1"/>
        </a:solidFill>
        <a:effectLst/>
      </p:bgPr>
    </p:bg>
    <p:spTree>
      <p:nvGrpSpPr>
        <p:cNvPr id="1" name=""/>
        <p:cNvGrpSpPr/>
        <p:nvPr/>
      </p:nvGrpSpPr>
      <p:grpSpPr>
        <a:xfrm>
          <a:off x="0" y="0"/>
          <a:ext cx="0" cy="0"/>
          <a:chOff x="0" y="0"/>
          <a:chExt cx="0" cy="0"/>
        </a:xfrm>
      </p:grpSpPr>
      <p:pic>
        <p:nvPicPr>
          <p:cNvPr id="9" name="Picture 8" descr="A close up of a purple and pink background&#10;&#10;AI-generated content may be incorrect.">
            <a:extLst>
              <a:ext uri="{FF2B5EF4-FFF2-40B4-BE49-F238E27FC236}">
                <a16:creationId xmlns:a16="http://schemas.microsoft.com/office/drawing/2014/main" id="{09A46DC2-ADBE-3172-A0EF-A2567FA9E81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Graphic 7">
            <a:extLst>
              <a:ext uri="{FF2B5EF4-FFF2-40B4-BE49-F238E27FC236}">
                <a16:creationId xmlns:a16="http://schemas.microsoft.com/office/drawing/2014/main" id="{66A2100B-5C8E-46D9-F837-A55BB181D002}"/>
              </a:ext>
            </a:extLst>
          </p:cNvPr>
          <p:cNvSpPr/>
          <p:nvPr/>
        </p:nvSpPr>
        <p:spPr>
          <a:xfrm>
            <a:off x="2702" y="0"/>
            <a:ext cx="12185680" cy="6858000"/>
          </a:xfrm>
          <a:custGeom>
            <a:avLst/>
            <a:gdLst>
              <a:gd name="connsiteX0" fmla="*/ 12185680 w 12185680"/>
              <a:gd name="connsiteY0" fmla="*/ 6858000 h 6858000"/>
              <a:gd name="connsiteX1" fmla="*/ 0 w 12185680"/>
              <a:gd name="connsiteY1" fmla="*/ 6858000 h 6858000"/>
              <a:gd name="connsiteX2" fmla="*/ 0 w 12185680"/>
              <a:gd name="connsiteY2" fmla="*/ 0 h 6858000"/>
              <a:gd name="connsiteX3" fmla="*/ 12185680 w 12185680"/>
              <a:gd name="connsiteY3" fmla="*/ 0 h 6858000"/>
              <a:gd name="connsiteX4" fmla="*/ 12185680 w 12185680"/>
              <a:gd name="connsiteY4" fmla="*/ 6858000 h 6858000"/>
              <a:gd name="connsiteX5" fmla="*/ 1415314 w 12185680"/>
              <a:gd name="connsiteY5" fmla="*/ 152400 h 6858000"/>
              <a:gd name="connsiteX6" fmla="*/ 1066246 w 12185680"/>
              <a:gd name="connsiteY6" fmla="*/ 501650 h 6858000"/>
              <a:gd name="connsiteX7" fmla="*/ 1066246 w 12185680"/>
              <a:gd name="connsiteY7" fmla="*/ 1716595 h 6858000"/>
              <a:gd name="connsiteX8" fmla="*/ 717178 w 12185680"/>
              <a:gd name="connsiteY8" fmla="*/ 2065845 h 6858000"/>
              <a:gd name="connsiteX9" fmla="*/ 501389 w 12185680"/>
              <a:gd name="connsiteY9" fmla="*/ 2065845 h 6858000"/>
              <a:gd name="connsiteX10" fmla="*/ 152321 w 12185680"/>
              <a:gd name="connsiteY10" fmla="*/ 2415096 h 6858000"/>
              <a:gd name="connsiteX11" fmla="*/ 152321 w 12185680"/>
              <a:gd name="connsiteY11" fmla="*/ 6356350 h 6858000"/>
              <a:gd name="connsiteX12" fmla="*/ 501389 w 12185680"/>
              <a:gd name="connsiteY12" fmla="*/ 6705600 h 6858000"/>
              <a:gd name="connsiteX13" fmla="*/ 6657710 w 12185680"/>
              <a:gd name="connsiteY13" fmla="*/ 6705600 h 6858000"/>
              <a:gd name="connsiteX14" fmla="*/ 7006778 w 12185680"/>
              <a:gd name="connsiteY14" fmla="*/ 6356350 h 6858000"/>
              <a:gd name="connsiteX15" fmla="*/ 7006778 w 12185680"/>
              <a:gd name="connsiteY15" fmla="*/ 5615496 h 6858000"/>
              <a:gd name="connsiteX16" fmla="*/ 7355846 w 12185680"/>
              <a:gd name="connsiteY16" fmla="*/ 5266246 h 6858000"/>
              <a:gd name="connsiteX17" fmla="*/ 11684292 w 12185680"/>
              <a:gd name="connsiteY17" fmla="*/ 5266246 h 6858000"/>
              <a:gd name="connsiteX18" fmla="*/ 12033360 w 12185680"/>
              <a:gd name="connsiteY18" fmla="*/ 4916996 h 6858000"/>
              <a:gd name="connsiteX19" fmla="*/ 12033360 w 12185680"/>
              <a:gd name="connsiteY19" fmla="*/ 1043496 h 6858000"/>
              <a:gd name="connsiteX20" fmla="*/ 11684292 w 12185680"/>
              <a:gd name="connsiteY20" fmla="*/ 694246 h 6858000"/>
              <a:gd name="connsiteX21" fmla="*/ 10476261 w 12185680"/>
              <a:gd name="connsiteY21" fmla="*/ 694246 h 6858000"/>
              <a:gd name="connsiteX22" fmla="*/ 10205575 w 12185680"/>
              <a:gd name="connsiteY22" fmla="*/ 430318 h 6858000"/>
              <a:gd name="connsiteX23" fmla="*/ 10205385 w 12185680"/>
              <a:gd name="connsiteY23" fmla="*/ 416328 h 6858000"/>
              <a:gd name="connsiteX24" fmla="*/ 9934698 w 12185680"/>
              <a:gd name="connsiteY24" fmla="*/ 152400 h 6858000"/>
              <a:gd name="connsiteX25" fmla="*/ 1415314 w 12185680"/>
              <a:gd name="connsiteY25" fmla="*/ 1524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85680" h="6858000">
                <a:moveTo>
                  <a:pt x="12185680" y="6858000"/>
                </a:moveTo>
                <a:lnTo>
                  <a:pt x="0" y="6858000"/>
                </a:lnTo>
                <a:lnTo>
                  <a:pt x="0" y="0"/>
                </a:lnTo>
                <a:lnTo>
                  <a:pt x="12185680" y="0"/>
                </a:lnTo>
                <a:lnTo>
                  <a:pt x="12185680" y="6858000"/>
                </a:lnTo>
                <a:close/>
                <a:moveTo>
                  <a:pt x="1415314" y="152400"/>
                </a:moveTo>
                <a:cubicBezTo>
                  <a:pt x="1222527" y="152400"/>
                  <a:pt x="1066246" y="308764"/>
                  <a:pt x="1066246" y="501650"/>
                </a:cubicBezTo>
                <a:lnTo>
                  <a:pt x="1066246" y="1716595"/>
                </a:lnTo>
                <a:cubicBezTo>
                  <a:pt x="1066246" y="1909483"/>
                  <a:pt x="909959" y="2065845"/>
                  <a:pt x="717178" y="2065845"/>
                </a:cubicBezTo>
                <a:lnTo>
                  <a:pt x="501389" y="2065845"/>
                </a:lnTo>
                <a:cubicBezTo>
                  <a:pt x="308604" y="2065845"/>
                  <a:pt x="152321" y="2222208"/>
                  <a:pt x="152321" y="2415096"/>
                </a:cubicBezTo>
                <a:lnTo>
                  <a:pt x="152321" y="6356350"/>
                </a:lnTo>
                <a:cubicBezTo>
                  <a:pt x="152321" y="6549263"/>
                  <a:pt x="308604" y="6705600"/>
                  <a:pt x="501389" y="6705600"/>
                </a:cubicBezTo>
                <a:lnTo>
                  <a:pt x="6657710" y="6705600"/>
                </a:lnTo>
                <a:cubicBezTo>
                  <a:pt x="6850459" y="6705600"/>
                  <a:pt x="7006778" y="6549263"/>
                  <a:pt x="7006778" y="6356350"/>
                </a:cubicBezTo>
                <a:lnTo>
                  <a:pt x="7006778" y="5615496"/>
                </a:lnTo>
                <a:cubicBezTo>
                  <a:pt x="7006778" y="5422608"/>
                  <a:pt x="7163034" y="5266246"/>
                  <a:pt x="7355846" y="5266246"/>
                </a:cubicBezTo>
                <a:lnTo>
                  <a:pt x="11684292" y="5266246"/>
                </a:lnTo>
                <a:cubicBezTo>
                  <a:pt x="11877041" y="5266246"/>
                  <a:pt x="12033360" y="5109883"/>
                  <a:pt x="12033360" y="4916996"/>
                </a:cubicBezTo>
                <a:lnTo>
                  <a:pt x="12033360" y="1043496"/>
                </a:lnTo>
                <a:cubicBezTo>
                  <a:pt x="12033360" y="850608"/>
                  <a:pt x="11877041" y="694246"/>
                  <a:pt x="11684292" y="694246"/>
                </a:cubicBezTo>
                <a:lnTo>
                  <a:pt x="10476261" y="694246"/>
                </a:lnTo>
                <a:cubicBezTo>
                  <a:pt x="10329082" y="694246"/>
                  <a:pt x="10209256" y="576712"/>
                  <a:pt x="10205575" y="430318"/>
                </a:cubicBezTo>
                <a:lnTo>
                  <a:pt x="10205385" y="416328"/>
                </a:lnTo>
                <a:cubicBezTo>
                  <a:pt x="10201703" y="269934"/>
                  <a:pt x="10081941" y="152400"/>
                  <a:pt x="9934698" y="152400"/>
                </a:cubicBezTo>
                <a:lnTo>
                  <a:pt x="1415314" y="152400"/>
                </a:lnTo>
                <a:close/>
              </a:path>
            </a:pathLst>
          </a:custGeom>
          <a:solidFill>
            <a:schemeClr val="bg1"/>
          </a:solidFill>
          <a:ln w="6347" cap="flat">
            <a:noFill/>
            <a:prstDash val="solid"/>
            <a:miter/>
          </a:ln>
        </p:spPr>
        <p:txBody>
          <a:bodyPr rtlCol="0" anchor="ctr"/>
          <a:lstStyle/>
          <a:p>
            <a:endParaRPr lang="en-US"/>
          </a:p>
        </p:txBody>
      </p:sp>
      <p:sp>
        <p:nvSpPr>
          <p:cNvPr id="3" name="Title 2">
            <a:extLst>
              <a:ext uri="{FF2B5EF4-FFF2-40B4-BE49-F238E27FC236}">
                <a16:creationId xmlns:a16="http://schemas.microsoft.com/office/drawing/2014/main" id="{19A82F1C-EC6C-9A58-5333-DAA0CCC0D9E7}"/>
              </a:ext>
            </a:extLst>
          </p:cNvPr>
          <p:cNvSpPr>
            <a:spLocks noGrp="1"/>
          </p:cNvSpPr>
          <p:nvPr>
            <p:ph type="title" hasCustomPrompt="1"/>
          </p:nvPr>
        </p:nvSpPr>
        <p:spPr>
          <a:xfrm>
            <a:off x="7467600" y="5410201"/>
            <a:ext cx="4343400" cy="1295400"/>
          </a:xfrm>
        </p:spPr>
        <p:txBody>
          <a:bodyPr anchor="ctr">
            <a:normAutofit/>
          </a:bodyPr>
          <a:lstStyle>
            <a:lvl1pPr>
              <a:lnSpc>
                <a:spcPct val="120000"/>
              </a:lnSpc>
              <a:defRPr sz="2000" cap="all" baseline="0">
                <a:latin typeface="+mn-lt"/>
              </a:defRPr>
            </a:lvl1pPr>
          </a:lstStyle>
          <a:p>
            <a:r>
              <a:rPr lang="en-US"/>
              <a:t>Quote Author</a:t>
            </a:r>
          </a:p>
        </p:txBody>
      </p:sp>
      <p:sp>
        <p:nvSpPr>
          <p:cNvPr id="5" name="Content Placeholder 6">
            <a:extLst>
              <a:ext uri="{FF2B5EF4-FFF2-40B4-BE49-F238E27FC236}">
                <a16:creationId xmlns:a16="http://schemas.microsoft.com/office/drawing/2014/main" id="{7370BB19-9C3E-4752-84BE-FE86850C4FE1}"/>
              </a:ext>
            </a:extLst>
          </p:cNvPr>
          <p:cNvSpPr>
            <a:spLocks noGrp="1"/>
          </p:cNvSpPr>
          <p:nvPr>
            <p:ph sz="quarter" idx="13" hasCustomPrompt="1"/>
          </p:nvPr>
        </p:nvSpPr>
        <p:spPr>
          <a:xfrm>
            <a:off x="1524000" y="1600200"/>
            <a:ext cx="9144000" cy="3200400"/>
          </a:xfrm>
        </p:spPr>
        <p:txBody>
          <a:bodyPr anchor="ctr">
            <a:normAutofit/>
          </a:bodyPr>
          <a:lstStyle>
            <a:lvl1pPr marL="164592" indent="-164592">
              <a:lnSpc>
                <a:spcPct val="100000"/>
              </a:lnSpc>
              <a:spcBef>
                <a:spcPts val="0"/>
              </a:spcBef>
              <a:buNone/>
              <a:defRPr sz="5400" b="0" i="0">
                <a:solidFill>
                  <a:schemeClr val="tx1"/>
                </a:solidFill>
                <a:latin typeface="+mj-lt"/>
                <a:cs typeface="Biome" panose="020B0503030204020804" pitchFamily="34" charset="0"/>
              </a:defRPr>
            </a:lvl1pPr>
          </a:lstStyle>
          <a:p>
            <a:pPr lvl="0"/>
            <a:r>
              <a:rPr lang="en-US"/>
              <a:t>Click to add Quote</a:t>
            </a:r>
          </a:p>
        </p:txBody>
      </p:sp>
    </p:spTree>
    <p:extLst>
      <p:ext uri="{BB962C8B-B14F-4D97-AF65-F5344CB8AC3E}">
        <p14:creationId xmlns:p14="http://schemas.microsoft.com/office/powerpoint/2010/main" val="1805363367"/>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1"/>
      </p:bgRef>
    </p:bg>
    <p:spTree>
      <p:nvGrpSpPr>
        <p:cNvPr id="1" name=""/>
        <p:cNvGrpSpPr/>
        <p:nvPr/>
      </p:nvGrpSpPr>
      <p:grpSpPr>
        <a:xfrm>
          <a:off x="0" y="0"/>
          <a:ext cx="0" cy="0"/>
          <a:chOff x="0" y="0"/>
          <a:chExt cx="0" cy="0"/>
        </a:xfrm>
      </p:grpSpPr>
      <p:pic>
        <p:nvPicPr>
          <p:cNvPr id="11" name="Picture 10" descr="A close up of a bubble&#10;&#10;AI-generated content may be incorrect.">
            <a:extLst>
              <a:ext uri="{FF2B5EF4-FFF2-40B4-BE49-F238E27FC236}">
                <a16:creationId xmlns:a16="http://schemas.microsoft.com/office/drawing/2014/main" id="{084ED489-7A1D-A5F2-BA2C-402A4A6E313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7">
            <a:extLst>
              <a:ext uri="{FF2B5EF4-FFF2-40B4-BE49-F238E27FC236}">
                <a16:creationId xmlns:a16="http://schemas.microsoft.com/office/drawing/2014/main" id="{3FB40D68-689C-C890-D6D8-567972DF034F}"/>
              </a:ext>
            </a:extLst>
          </p:cNvPr>
          <p:cNvSpPr>
            <a:spLocks noGrp="1"/>
          </p:cNvSpPr>
          <p:nvPr>
            <p:ph type="title" hasCustomPrompt="1"/>
          </p:nvPr>
        </p:nvSpPr>
        <p:spPr>
          <a:xfrm>
            <a:off x="414130" y="4876800"/>
            <a:ext cx="5936974" cy="1330779"/>
          </a:xfrm>
        </p:spPr>
        <p:txBody>
          <a:bodyPr>
            <a:normAutofit/>
          </a:bodyPr>
          <a:lstStyle>
            <a:lvl1pPr>
              <a:lnSpc>
                <a:spcPct val="120000"/>
              </a:lnSpc>
              <a:defRPr sz="2000" cap="all" baseline="0">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381000" y="1600200"/>
            <a:ext cx="10972800" cy="3159580"/>
          </a:xfrm>
        </p:spPr>
        <p:txBody>
          <a:bodyPr anchor="ctr">
            <a:normAutofit/>
          </a:bodyPr>
          <a:lstStyle>
            <a:lvl1pPr marL="164592" indent="-164592">
              <a:lnSpc>
                <a:spcPct val="100000"/>
              </a:lnSpc>
              <a:spcBef>
                <a:spcPts val="0"/>
              </a:spcBef>
              <a:buNone/>
              <a:defRPr sz="6000" b="0" i="0">
                <a:solidFill>
                  <a:schemeClr val="tx1"/>
                </a:solidFill>
                <a:latin typeface="+mj-lt"/>
                <a:cs typeface="Biome" panose="020B0503030204020804" pitchFamily="34" charset="0"/>
              </a:defRPr>
            </a:lvl1pPr>
          </a:lstStyle>
          <a:p>
            <a:pPr lvl="0"/>
            <a:r>
              <a:rPr lang="en-US"/>
              <a:t>Click to add Quote</a:t>
            </a:r>
          </a:p>
        </p:txBody>
      </p:sp>
      <p:sp>
        <p:nvSpPr>
          <p:cNvPr id="4" name="Footer Placeholder 3">
            <a:extLst>
              <a:ext uri="{FF2B5EF4-FFF2-40B4-BE49-F238E27FC236}">
                <a16:creationId xmlns:a16="http://schemas.microsoft.com/office/drawing/2014/main" id="{3742436F-3E48-5C39-5A18-376A304D141A}"/>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53C6C-2B4F-F6AA-0CF7-A9ADD74C2441}"/>
              </a:ext>
            </a:extLst>
          </p:cNvPr>
          <p:cNvSpPr>
            <a:spLocks noGrp="1"/>
          </p:cNvSpPr>
          <p:nvPr>
            <p:ph type="dt" sz="half" idx="14"/>
          </p:nvPr>
        </p:nvSpPr>
        <p:spPr/>
        <p:txBody>
          <a:bodyPr/>
          <a:lstStyle>
            <a:lvl1pPr>
              <a:defRPr>
                <a:solidFill>
                  <a:schemeClr val="tx1"/>
                </a:solidFill>
              </a:defRPr>
            </a:lvl1pPr>
          </a:lstStyle>
          <a:p>
            <a:fld id="{88E87FA6-3C50-8748-8507-409D2A1BA905}" type="datetime1">
              <a:rPr lang="en-US" smtClean="0"/>
              <a:t>7/16/2026</a:t>
            </a:fld>
            <a:endParaRPr lang="en-US"/>
          </a:p>
        </p:txBody>
      </p:sp>
      <p:sp>
        <p:nvSpPr>
          <p:cNvPr id="5" name="Slide Number Placeholder 4">
            <a:extLst>
              <a:ext uri="{FF2B5EF4-FFF2-40B4-BE49-F238E27FC236}">
                <a16:creationId xmlns:a16="http://schemas.microsoft.com/office/drawing/2014/main" id="{8D6BEDF4-5C68-6DDB-E70C-F6B66866AE70}"/>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922237401"/>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pic>
        <p:nvPicPr>
          <p:cNvPr id="10" name="Picture 9" descr="A blue and pink background&#10;&#10;AI-generated content may be incorrect.">
            <a:extLst>
              <a:ext uri="{FF2B5EF4-FFF2-40B4-BE49-F238E27FC236}">
                <a16:creationId xmlns:a16="http://schemas.microsoft.com/office/drawing/2014/main" id="{83A779BB-AB0F-056F-6486-83143FD5A62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1" y="1600200"/>
            <a:ext cx="10744200" cy="1828800"/>
          </a:xfrm>
          <a:prstGeom prst="rect">
            <a:avLst/>
          </a:prstGeom>
        </p:spPr>
        <p:txBody>
          <a:bodyPr anchor="t">
            <a:normAutofit/>
          </a:bodyPr>
          <a:lstStyle>
            <a:lvl1pPr>
              <a:defRPr sz="7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380937" y="3429000"/>
            <a:ext cx="10747186" cy="2743200"/>
          </a:xfrm>
        </p:spPr>
        <p:txBody>
          <a:bodyPr/>
          <a:lstStyle>
            <a:lvl1pPr marL="0" indent="0">
              <a:buNone/>
              <a:defRPr sz="1600">
                <a:solidFill>
                  <a:schemeClr val="tx1"/>
                </a:solidFill>
              </a:defRPr>
            </a:lvl1pPr>
            <a:lvl2pPr marL="228600" indent="0">
              <a:buNone/>
              <a:defRPr sz="1600">
                <a:solidFill>
                  <a:schemeClr val="tx1"/>
                </a:solidFill>
              </a:defRPr>
            </a:lvl2pPr>
            <a:lvl3pPr marL="457200" indent="0">
              <a:buNone/>
              <a:defRPr sz="1600">
                <a:solidFill>
                  <a:schemeClr val="tx1"/>
                </a:solidFill>
              </a:defRPr>
            </a:lvl3pPr>
            <a:lvl4pPr marL="685800" indent="0">
              <a:buNone/>
              <a:defRPr sz="1600">
                <a:solidFill>
                  <a:schemeClr val="tx1"/>
                </a:solidFill>
              </a:defRPr>
            </a:lvl4pPr>
            <a:lvl5pPr marL="914400" indent="0">
              <a:buNone/>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B9D98AA8-7753-5656-7CA8-417FCD629738}"/>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2E445596-CA02-23EA-82B9-B14918457C9D}"/>
              </a:ext>
            </a:extLst>
          </p:cNvPr>
          <p:cNvSpPr>
            <a:spLocks noGrp="1"/>
          </p:cNvSpPr>
          <p:nvPr>
            <p:ph type="dt" sz="half" idx="14"/>
          </p:nvPr>
        </p:nvSpPr>
        <p:spPr/>
        <p:txBody>
          <a:bodyPr/>
          <a:lstStyle>
            <a:lvl1pPr>
              <a:defRPr>
                <a:solidFill>
                  <a:schemeClr val="tx1"/>
                </a:solidFill>
              </a:defRPr>
            </a:lvl1pPr>
          </a:lstStyle>
          <a:p>
            <a:fld id="{09DD0BF5-CA27-A04C-967E-C46BC4852727}" type="datetime1">
              <a:rPr lang="en-US" smtClean="0"/>
              <a:pPr/>
              <a:t>7/16/2026</a:t>
            </a:fld>
            <a:endParaRPr lang="en-US"/>
          </a:p>
        </p:txBody>
      </p:sp>
      <p:sp>
        <p:nvSpPr>
          <p:cNvPr id="5" name="Slide Number Placeholder 4">
            <a:extLst>
              <a:ext uri="{FF2B5EF4-FFF2-40B4-BE49-F238E27FC236}">
                <a16:creationId xmlns:a16="http://schemas.microsoft.com/office/drawing/2014/main" id="{6513D4CD-5010-564F-B5B4-562B93697493}"/>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65740670"/>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0" y="1663180"/>
            <a:ext cx="8226553" cy="1842020"/>
          </a:xfrm>
          <a:prstGeom prst="rect">
            <a:avLst/>
          </a:prstGeom>
        </p:spPr>
        <p:txBody>
          <a:bodyPr anchor="b">
            <a:noAutofit/>
          </a:bodyPr>
          <a:lstStyle>
            <a:lvl1pPr>
              <a:defRPr sz="72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81128" y="3657600"/>
            <a:ext cx="8226425" cy="1689620"/>
          </a:xfrm>
        </p:spPr>
        <p:txBody>
          <a:bodyPr>
            <a:norm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720FF9D-2FDC-479B-8067-BE09112767E3}"/>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F73513EE-DA6F-493D-D79A-DB63A6DE89A2}"/>
              </a:ext>
            </a:extLst>
          </p:cNvPr>
          <p:cNvSpPr>
            <a:spLocks noGrp="1"/>
          </p:cNvSpPr>
          <p:nvPr>
            <p:ph type="dt" sz="half" idx="15"/>
          </p:nvPr>
        </p:nvSpPr>
        <p:spPr/>
        <p:txBody>
          <a:bodyPr/>
          <a:lstStyle>
            <a:lvl1pPr>
              <a:defRPr>
                <a:solidFill>
                  <a:schemeClr val="tx1"/>
                </a:solidFill>
              </a:defRPr>
            </a:lvl1pPr>
          </a:lstStyle>
          <a:p>
            <a:fld id="{67464449-D5FC-7145-944F-5DCEC882B5C4}" type="datetime1">
              <a:rPr lang="en-US" smtClean="0"/>
              <a:pPr/>
              <a:t>7/16/2026</a:t>
            </a:fld>
            <a:endParaRPr lang="en-US"/>
          </a:p>
        </p:txBody>
      </p:sp>
      <p:sp>
        <p:nvSpPr>
          <p:cNvPr id="5" name="Slide Number Placeholder 4">
            <a:extLst>
              <a:ext uri="{FF2B5EF4-FFF2-40B4-BE49-F238E27FC236}">
                <a16:creationId xmlns:a16="http://schemas.microsoft.com/office/drawing/2014/main" id="{787F128B-EBE3-DEDC-3074-059B36D56FCE}"/>
              </a:ext>
            </a:extLst>
          </p:cNvPr>
          <p:cNvSpPr>
            <a:spLocks noGrp="1"/>
          </p:cNvSpPr>
          <p:nvPr>
            <p:ph type="sldNum" sz="quarter" idx="17"/>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778117983"/>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ADE5D-9EBB-FD2B-6B9B-CB2C00AAE7C3}"/>
              </a:ext>
            </a:extLst>
          </p:cNvPr>
          <p:cNvSpPr>
            <a:spLocks noGrp="1"/>
          </p:cNvSpPr>
          <p:nvPr>
            <p:ph type="title"/>
          </p:nvPr>
        </p:nvSpPr>
        <p:spPr>
          <a:xfrm>
            <a:off x="381000" y="691835"/>
            <a:ext cx="11430000" cy="908365"/>
          </a:xfrm>
          <a:prstGeom prst="rect">
            <a:avLst/>
          </a:prstGeom>
        </p:spPr>
        <p:txBody>
          <a:bodyPr vert="horz" lIns="91440" tIns="45720" rIns="91440" bIns="45720" rtlCol="0" anchor="t">
            <a:norm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381000" y="1825625"/>
            <a:ext cx="5257800" cy="4340540"/>
          </a:xfrm>
        </p:spPr>
        <p:txBody>
          <a:bodyPr/>
          <a:lstStyle>
            <a:lvl1pPr>
              <a:defRPr b="0" i="0">
                <a:latin typeface="+mn-lt"/>
              </a:defRPr>
            </a:lvl1pPr>
            <a:lvl2pPr>
              <a:defRPr b="0">
                <a:latin typeface="+mn-lt"/>
              </a:defRPr>
            </a:lvl2pPr>
            <a:lvl3pPr>
              <a:defRPr b="0">
                <a:latin typeface="+mn-lt"/>
              </a:defRPr>
            </a:lvl3pPr>
            <a:lvl4pPr>
              <a:defRPr b="0">
                <a:latin typeface="+mn-lt"/>
              </a:defRPr>
            </a:lvl4pPr>
            <a:lvl5pPr>
              <a:defRPr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53200" y="1825625"/>
            <a:ext cx="5257800" cy="4340540"/>
          </a:xfrm>
        </p:spPr>
        <p:txBody>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0529E1D-85A3-AFE0-0936-A45EA8FEC503}"/>
              </a:ext>
            </a:extLst>
          </p:cNvPr>
          <p:cNvSpPr>
            <a:spLocks noGrp="1"/>
          </p:cNvSpPr>
          <p:nvPr>
            <p:ph type="ftr" sz="quarter" idx="18"/>
          </p:nvPr>
        </p:nvSpPr>
        <p:spPr/>
        <p:txBody>
          <a:bodyPr/>
          <a:lstStyle/>
          <a:p>
            <a:r>
              <a:rPr lang="en-US"/>
              <a:t>Sample Footer Text</a:t>
            </a:r>
          </a:p>
        </p:txBody>
      </p:sp>
      <p:sp>
        <p:nvSpPr>
          <p:cNvPr id="3" name="Date Placeholder 2">
            <a:extLst>
              <a:ext uri="{FF2B5EF4-FFF2-40B4-BE49-F238E27FC236}">
                <a16:creationId xmlns:a16="http://schemas.microsoft.com/office/drawing/2014/main" id="{73D344AB-8B83-76F2-09B9-2D606269ECC5}"/>
              </a:ext>
            </a:extLst>
          </p:cNvPr>
          <p:cNvSpPr>
            <a:spLocks noGrp="1"/>
          </p:cNvSpPr>
          <p:nvPr>
            <p:ph type="dt" sz="half" idx="17"/>
          </p:nvPr>
        </p:nvSpPr>
        <p:spPr/>
        <p:txBody>
          <a:bodyPr/>
          <a:lstStyle/>
          <a:p>
            <a:fld id="{A4EF2610-7DF8-C942-A8A1-C05E61FE4E13}" type="datetime1">
              <a:rPr lang="en-US" smtClean="0"/>
              <a:t>7/16/2026</a:t>
            </a:fld>
            <a:endParaRPr lang="en-US"/>
          </a:p>
        </p:txBody>
      </p:sp>
      <p:sp>
        <p:nvSpPr>
          <p:cNvPr id="7" name="Slide Number Placeholder 6">
            <a:extLst>
              <a:ext uri="{FF2B5EF4-FFF2-40B4-BE49-F238E27FC236}">
                <a16:creationId xmlns:a16="http://schemas.microsoft.com/office/drawing/2014/main" id="{1BE82BE9-2D98-AA2B-044A-3F2246C64032}"/>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42399905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AD6F4F-390B-6FF8-9E31-3FB02C46F3D5}"/>
              </a:ext>
            </a:extLst>
          </p:cNvPr>
          <p:cNvSpPr>
            <a:spLocks noGrp="1"/>
          </p:cNvSpPr>
          <p:nvPr>
            <p:ph type="title"/>
          </p:nvPr>
        </p:nvSpPr>
        <p:spPr>
          <a:xfrm>
            <a:off x="380999" y="691835"/>
            <a:ext cx="11423901" cy="908365"/>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80999" y="1685735"/>
            <a:ext cx="5257801" cy="559834"/>
          </a:xfrm>
        </p:spPr>
        <p:txBody>
          <a:bodyPr anchor="ctr">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380999" y="2331103"/>
            <a:ext cx="5257801" cy="3835061"/>
          </a:xfrm>
        </p:spPr>
        <p:txBody>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53202" y="1685735"/>
            <a:ext cx="5251698" cy="559834"/>
          </a:xfrm>
        </p:spPr>
        <p:txBody>
          <a:bodyPr anchor="ctr">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53202" y="2331103"/>
            <a:ext cx="5251698" cy="3835061"/>
          </a:xfrm>
        </p:spPr>
        <p:txBody>
          <a:bodyPr/>
          <a:lstStyle>
            <a:lvl1pPr>
              <a:defRPr b="0" i="0">
                <a:latin typeface="+mn-lt"/>
              </a:defRPr>
            </a:lvl1pPr>
            <a:lvl2pPr>
              <a:defRPr b="0">
                <a:latin typeface="+mn-lt"/>
              </a:defRPr>
            </a:lvl2pPr>
            <a:lvl3pPr>
              <a:defRPr b="0">
                <a:latin typeface="+mn-lt"/>
              </a:defRPr>
            </a:lvl3pPr>
            <a:lvl4pPr>
              <a:defRPr b="0">
                <a:latin typeface="+mn-lt"/>
              </a:defRPr>
            </a:lvl4pPr>
            <a:lvl5pPr>
              <a:defRPr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83F03A7F-FEC3-F367-DE4A-A57EE3DFBD55}"/>
              </a:ext>
            </a:extLst>
          </p:cNvPr>
          <p:cNvSpPr>
            <a:spLocks noGrp="1"/>
          </p:cNvSpPr>
          <p:nvPr>
            <p:ph type="ftr" sz="quarter" idx="18"/>
          </p:nvPr>
        </p:nvSpPr>
        <p:spPr/>
        <p:txBody>
          <a:bodyPr/>
          <a:lstStyle/>
          <a:p>
            <a:r>
              <a:rPr lang="en-US"/>
              <a:t>Sample Footer Text</a:t>
            </a:r>
          </a:p>
        </p:txBody>
      </p:sp>
      <p:sp>
        <p:nvSpPr>
          <p:cNvPr id="4" name="Date Placeholder 3">
            <a:extLst>
              <a:ext uri="{FF2B5EF4-FFF2-40B4-BE49-F238E27FC236}">
                <a16:creationId xmlns:a16="http://schemas.microsoft.com/office/drawing/2014/main" id="{0D19E03A-C423-F4E4-B5E7-420AAD9003B1}"/>
              </a:ext>
            </a:extLst>
          </p:cNvPr>
          <p:cNvSpPr>
            <a:spLocks noGrp="1"/>
          </p:cNvSpPr>
          <p:nvPr>
            <p:ph type="dt" sz="half" idx="17"/>
          </p:nvPr>
        </p:nvSpPr>
        <p:spPr/>
        <p:txBody>
          <a:bodyPr/>
          <a:lstStyle/>
          <a:p>
            <a:fld id="{E110005D-EEDD-DA40-A727-ED7897336E79}" type="datetime1">
              <a:rPr lang="en-US" smtClean="0"/>
              <a:t>7/16/2026</a:t>
            </a:fld>
            <a:endParaRPr lang="en-US"/>
          </a:p>
        </p:txBody>
      </p:sp>
      <p:sp>
        <p:nvSpPr>
          <p:cNvPr id="9" name="Slide Number Placeholder 8">
            <a:extLst>
              <a:ext uri="{FF2B5EF4-FFF2-40B4-BE49-F238E27FC236}">
                <a16:creationId xmlns:a16="http://schemas.microsoft.com/office/drawing/2014/main" id="{473C867C-7E64-405A-197E-407BA7C3D9D6}"/>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47229443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03A9018E-4D2C-5352-B5C2-2A1DC050B19F}"/>
              </a:ext>
            </a:extLst>
          </p:cNvPr>
          <p:cNvSpPr>
            <a:spLocks noGrp="1"/>
          </p:cNvSpPr>
          <p:nvPr>
            <p:ph type="title"/>
          </p:nvPr>
        </p:nvSpPr>
        <p:spPr>
          <a:xfrm>
            <a:off x="381000" y="691835"/>
            <a:ext cx="11430000" cy="908365"/>
          </a:xfrm>
          <a:prstGeom prst="rect">
            <a:avLst/>
          </a:prstGeom>
        </p:spPr>
        <p:txBody>
          <a:bodyPr vert="horz" lIns="91440" tIns="45720" rIns="91440" bIns="45720" rtlCol="0" anchor="t">
            <a:normAutofit/>
          </a:bodyPr>
          <a:lstStyle/>
          <a:p>
            <a:r>
              <a:rPr lang="en-US"/>
              <a:t>Click to edit Master title style</a:t>
            </a:r>
          </a:p>
        </p:txBody>
      </p:sp>
      <p:sp>
        <p:nvSpPr>
          <p:cNvPr id="3" name="Footer Placeholder 2">
            <a:extLst>
              <a:ext uri="{FF2B5EF4-FFF2-40B4-BE49-F238E27FC236}">
                <a16:creationId xmlns:a16="http://schemas.microsoft.com/office/drawing/2014/main" id="{B9A19522-5E48-ACCC-D97B-E414BD049245}"/>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A8C712FE-7A30-4576-5CDD-D89D4B42C08F}"/>
              </a:ext>
            </a:extLst>
          </p:cNvPr>
          <p:cNvSpPr>
            <a:spLocks noGrp="1"/>
          </p:cNvSpPr>
          <p:nvPr>
            <p:ph type="dt" sz="half" idx="10"/>
          </p:nvPr>
        </p:nvSpPr>
        <p:spPr/>
        <p:txBody>
          <a:bodyPr/>
          <a:lstStyle/>
          <a:p>
            <a:fld id="{917F45F0-C73C-6741-AD8D-EA52530DA377}" type="datetime1">
              <a:rPr lang="en-US" smtClean="0"/>
              <a:t>7/16/2026</a:t>
            </a:fld>
            <a:endParaRPr lang="en-US"/>
          </a:p>
        </p:txBody>
      </p:sp>
      <p:sp>
        <p:nvSpPr>
          <p:cNvPr id="6" name="Slide Number Placeholder 5">
            <a:extLst>
              <a:ext uri="{FF2B5EF4-FFF2-40B4-BE49-F238E27FC236}">
                <a16:creationId xmlns:a16="http://schemas.microsoft.com/office/drawing/2014/main" id="{9E1BD9D6-59C6-2EA3-9C8E-897EAAA32010}"/>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3967689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mpty">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164CBE7-122C-372F-CA47-78DB47D4D2EA}"/>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DA9B557C-A799-7ABC-34D9-85E81AF10CC1}"/>
              </a:ext>
            </a:extLst>
          </p:cNvPr>
          <p:cNvSpPr>
            <a:spLocks noGrp="1"/>
          </p:cNvSpPr>
          <p:nvPr>
            <p:ph type="dt" sz="half" idx="10"/>
          </p:nvPr>
        </p:nvSpPr>
        <p:spPr/>
        <p:txBody>
          <a:bodyPr/>
          <a:lstStyle/>
          <a:p>
            <a:fld id="{7E3784C8-F1F9-3A4E-8157-ADC6FC447930}" type="datetime1">
              <a:rPr lang="en-US" smtClean="0"/>
              <a:t>7/16/2026</a:t>
            </a:fld>
            <a:endParaRPr lang="en-US"/>
          </a:p>
        </p:txBody>
      </p:sp>
      <p:sp>
        <p:nvSpPr>
          <p:cNvPr id="4" name="Slide Number Placeholder 3">
            <a:extLst>
              <a:ext uri="{FF2B5EF4-FFF2-40B4-BE49-F238E27FC236}">
                <a16:creationId xmlns:a16="http://schemas.microsoft.com/office/drawing/2014/main" id="{40E2A6A8-952D-B9FE-5DB7-B5C9059B477B}"/>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66967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C13AB9D-812B-280C-98D2-D0786B08D086}"/>
              </a:ext>
            </a:extLst>
          </p:cNvPr>
          <p:cNvSpPr>
            <a:spLocks noGrp="1"/>
          </p:cNvSpPr>
          <p:nvPr>
            <p:ph type="title"/>
          </p:nvPr>
        </p:nvSpPr>
        <p:spPr>
          <a:xfrm>
            <a:off x="381000" y="685800"/>
            <a:ext cx="3886200" cy="1828800"/>
          </a:xfrm>
          <a:prstGeom prst="rect">
            <a:avLst/>
          </a:prstGeom>
        </p:spPr>
        <p:txBody>
          <a:bodyPr anchor="t">
            <a:normAutofit/>
          </a:bodyPr>
          <a:lstStyle>
            <a:lvl1pPr>
              <a:defRPr sz="2800"/>
            </a:lvl1pPr>
          </a:lstStyle>
          <a:p>
            <a:r>
              <a:rPr lang="en-US"/>
              <a:t>Click to edit Master title style</a:t>
            </a:r>
          </a:p>
        </p:txBody>
      </p:sp>
      <p:sp>
        <p:nvSpPr>
          <p:cNvPr id="6" name="Text Placeholder 3">
            <a:extLst>
              <a:ext uri="{FF2B5EF4-FFF2-40B4-BE49-F238E27FC236}">
                <a16:creationId xmlns:a16="http://schemas.microsoft.com/office/drawing/2014/main" id="{1658B112-43AE-EA1E-F73B-B03C04A4EF17}"/>
              </a:ext>
            </a:extLst>
          </p:cNvPr>
          <p:cNvSpPr>
            <a:spLocks noGrp="1"/>
          </p:cNvSpPr>
          <p:nvPr>
            <p:ph type="body" sz="half" idx="2"/>
          </p:nvPr>
        </p:nvSpPr>
        <p:spPr>
          <a:xfrm>
            <a:off x="384048" y="2737561"/>
            <a:ext cx="3883152" cy="3434639"/>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629400" cy="5486400"/>
          </a:xfrm>
        </p:spPr>
        <p:txBody>
          <a:bodyPr vert="horz" lIns="91440" tIns="45720" rIns="91440" bIns="45720" rtlCol="0">
            <a:normAutofit/>
          </a:bodyPr>
          <a:lstStyle>
            <a:lvl1pPr>
              <a:defRPr lang="en-US" b="0" dirty="0"/>
            </a:lvl1pPr>
            <a:lvl2pPr>
              <a:defRPr lang="en-US" b="0" dirty="0"/>
            </a:lvl2pPr>
            <a:lvl3pPr>
              <a:defRPr lang="en-US" b="0" dirty="0"/>
            </a:lvl3pPr>
            <a:lvl4pPr>
              <a:defRPr lang="en-US" b="0" dirty="0"/>
            </a:lvl4pPr>
            <a:lvl5pPr>
              <a:defRPr lang="en-US" b="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6F577F46-C146-AC84-ACAE-CECFBBCFB470}"/>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99F9C08C-EAB9-2A31-7E24-36E761F312A9}"/>
              </a:ext>
            </a:extLst>
          </p:cNvPr>
          <p:cNvSpPr>
            <a:spLocks noGrp="1"/>
          </p:cNvSpPr>
          <p:nvPr>
            <p:ph type="dt" sz="half" idx="10"/>
          </p:nvPr>
        </p:nvSpPr>
        <p:spPr/>
        <p:txBody>
          <a:bodyPr/>
          <a:lstStyle/>
          <a:p>
            <a:fld id="{2049B5C8-C320-CE42-B783-8C4DFC960665}" type="datetime1">
              <a:rPr lang="en-US" smtClean="0"/>
              <a:t>7/16/2026</a:t>
            </a:fld>
            <a:endParaRPr lang="en-US"/>
          </a:p>
        </p:txBody>
      </p:sp>
      <p:sp>
        <p:nvSpPr>
          <p:cNvPr id="7" name="Slide Number Placeholder 6">
            <a:extLst>
              <a:ext uri="{FF2B5EF4-FFF2-40B4-BE49-F238E27FC236}">
                <a16:creationId xmlns:a16="http://schemas.microsoft.com/office/drawing/2014/main" id="{9F0E3958-DD85-BB6B-F676-7404C1055874}"/>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59541116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381000" y="685800"/>
            <a:ext cx="3886200" cy="1828800"/>
          </a:xfrm>
          <a:prstGeom prst="rect">
            <a:avLst/>
          </a:prstGeo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381000" y="2737562"/>
            <a:ext cx="3886200"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11">
            <a:extLst>
              <a:ext uri="{FF2B5EF4-FFF2-40B4-BE49-F238E27FC236}">
                <a16:creationId xmlns:a16="http://schemas.microsoft.com/office/drawing/2014/main" id="{AAC09ED5-B2A4-445A-3B8D-189668803730}"/>
              </a:ext>
            </a:extLst>
          </p:cNvPr>
          <p:cNvSpPr>
            <a:spLocks noGrp="1"/>
          </p:cNvSpPr>
          <p:nvPr>
            <p:ph type="pic" sz="quarter" idx="15" hasCustomPrompt="1"/>
          </p:nvPr>
        </p:nvSpPr>
        <p:spPr>
          <a:xfrm>
            <a:off x="5167745" y="153416"/>
            <a:ext cx="6858000" cy="6552184"/>
          </a:xfrm>
          <a:custGeom>
            <a:avLst/>
            <a:gdLst>
              <a:gd name="connsiteX0" fmla="*/ 349250 w 6858000"/>
              <a:gd name="connsiteY0" fmla="*/ 0 h 6552184"/>
              <a:gd name="connsiteX1" fmla="*/ 6508751 w 6858000"/>
              <a:gd name="connsiteY1" fmla="*/ 0 h 6552184"/>
              <a:gd name="connsiteX2" fmla="*/ 6850905 w 6858000"/>
              <a:gd name="connsiteY2" fmla="*/ 278863 h 6552184"/>
              <a:gd name="connsiteX3" fmla="*/ 6858000 w 6858000"/>
              <a:gd name="connsiteY3" fmla="*/ 349239 h 6552184"/>
              <a:gd name="connsiteX4" fmla="*/ 6858000 w 6858000"/>
              <a:gd name="connsiteY4" fmla="*/ 5701612 h 6552184"/>
              <a:gd name="connsiteX5" fmla="*/ 6850905 w 6858000"/>
              <a:gd name="connsiteY5" fmla="*/ 5771987 h 6552184"/>
              <a:gd name="connsiteX6" fmla="*/ 6508751 w 6858000"/>
              <a:gd name="connsiteY6" fmla="*/ 6050852 h 6552184"/>
              <a:gd name="connsiteX7" fmla="*/ 3679660 w 6858000"/>
              <a:gd name="connsiteY7" fmla="*/ 6050852 h 6552184"/>
              <a:gd name="connsiteX8" fmla="*/ 3429000 w 6858000"/>
              <a:gd name="connsiteY8" fmla="*/ 6301512 h 6552184"/>
              <a:gd name="connsiteX9" fmla="*/ 3178340 w 6858000"/>
              <a:gd name="connsiteY9" fmla="*/ 6552184 h 6552184"/>
              <a:gd name="connsiteX10" fmla="*/ 349250 w 6858000"/>
              <a:gd name="connsiteY10" fmla="*/ 6552184 h 6552184"/>
              <a:gd name="connsiteX11" fmla="*/ 0 w 6858000"/>
              <a:gd name="connsiteY11" fmla="*/ 6202922 h 6552184"/>
              <a:gd name="connsiteX12" fmla="*/ 0 w 6858000"/>
              <a:gd name="connsiteY12" fmla="*/ 349250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26" y="0"/>
                  <a:pt x="6818339" y="119716"/>
                  <a:pt x="6850905" y="278863"/>
                </a:cubicBezTo>
                <a:lnTo>
                  <a:pt x="6858000" y="349239"/>
                </a:lnTo>
                <a:lnTo>
                  <a:pt x="6858000" y="5701612"/>
                </a:lnTo>
                <a:lnTo>
                  <a:pt x="6850905" y="5771987"/>
                </a:lnTo>
                <a:cubicBezTo>
                  <a:pt x="6818339" y="5931132"/>
                  <a:pt x="6677525" y="6050852"/>
                  <a:pt x="6508751" y="6050852"/>
                </a:cubicBezTo>
                <a:lnTo>
                  <a:pt x="3679660" y="6050852"/>
                </a:lnTo>
                <a:cubicBezTo>
                  <a:pt x="3541224" y="6050852"/>
                  <a:pt x="3429000" y="6163075"/>
                  <a:pt x="3429000" y="6301512"/>
                </a:cubicBezTo>
                <a:cubicBezTo>
                  <a:pt x="3429000" y="6439916"/>
                  <a:pt x="3316777" y="6552184"/>
                  <a:pt x="3178340" y="6552184"/>
                </a:cubicBezTo>
                <a:lnTo>
                  <a:pt x="349250" y="6552184"/>
                </a:lnTo>
                <a:cubicBezTo>
                  <a:pt x="156337" y="6552184"/>
                  <a:pt x="0" y="6395784"/>
                  <a:pt x="0" y="6202922"/>
                </a:cubicBezTo>
                <a:lnTo>
                  <a:pt x="0" y="349250"/>
                </a:lnTo>
                <a:cubicBezTo>
                  <a:pt x="0" y="156364"/>
                  <a:pt x="156337" y="0"/>
                  <a:pt x="349250" y="0"/>
                </a:cubicBezTo>
                <a:close/>
              </a:path>
            </a:pathLst>
          </a:custGeom>
          <a:blipFill>
            <a:blip r:embed="rId2">
              <a:alphaModFix amt="60000"/>
            </a:blip>
            <a:stretch>
              <a:fillRect/>
            </a:stretch>
          </a:blipFill>
        </p:spPr>
        <p:txBody>
          <a:bodyPr wrap="square">
            <a:noAutofit/>
          </a:bodyPr>
          <a:lstStyle>
            <a:lvl1pPr>
              <a:defRPr/>
            </a:lvl1pPr>
          </a:lstStyle>
          <a:p>
            <a:r>
              <a:rPr lang="en-US"/>
              <a:t>   </a:t>
            </a:r>
          </a:p>
        </p:txBody>
      </p:sp>
      <p:sp>
        <p:nvSpPr>
          <p:cNvPr id="14" name="Footer Placeholder 13">
            <a:extLst>
              <a:ext uri="{FF2B5EF4-FFF2-40B4-BE49-F238E27FC236}">
                <a16:creationId xmlns:a16="http://schemas.microsoft.com/office/drawing/2014/main" id="{1653829D-48DF-80C8-EFD1-8AE8D025091D}"/>
              </a:ext>
            </a:extLst>
          </p:cNvPr>
          <p:cNvSpPr>
            <a:spLocks noGrp="1"/>
          </p:cNvSpPr>
          <p:nvPr>
            <p:ph type="ftr" sz="quarter" idx="11"/>
          </p:nvPr>
        </p:nvSpPr>
        <p:spPr/>
        <p:txBody>
          <a:bodyPr/>
          <a:lstStyle/>
          <a:p>
            <a:r>
              <a:rPr lang="en-US"/>
              <a:t>Sample Footer Text</a:t>
            </a:r>
          </a:p>
        </p:txBody>
      </p:sp>
      <p:sp>
        <p:nvSpPr>
          <p:cNvPr id="13" name="Date Placeholder 12">
            <a:extLst>
              <a:ext uri="{FF2B5EF4-FFF2-40B4-BE49-F238E27FC236}">
                <a16:creationId xmlns:a16="http://schemas.microsoft.com/office/drawing/2014/main" id="{4692675B-8BC2-A545-81FF-1559B305D7D5}"/>
              </a:ext>
            </a:extLst>
          </p:cNvPr>
          <p:cNvSpPr>
            <a:spLocks noGrp="1"/>
          </p:cNvSpPr>
          <p:nvPr>
            <p:ph type="dt" sz="half" idx="10"/>
          </p:nvPr>
        </p:nvSpPr>
        <p:spPr/>
        <p:txBody>
          <a:bodyPr/>
          <a:lstStyle/>
          <a:p>
            <a:fld id="{A9226019-33FF-D14C-86DC-8CD2C65E2709}" type="datetime1">
              <a:rPr lang="en-US" smtClean="0"/>
              <a:t>7/16/2026</a:t>
            </a:fld>
            <a:endParaRPr lang="en-US"/>
          </a:p>
        </p:txBody>
      </p:sp>
      <p:sp>
        <p:nvSpPr>
          <p:cNvPr id="15" name="Slide Number Placeholder 14">
            <a:extLst>
              <a:ext uri="{FF2B5EF4-FFF2-40B4-BE49-F238E27FC236}">
                <a16:creationId xmlns:a16="http://schemas.microsoft.com/office/drawing/2014/main" id="{B17399EA-8F16-C8FC-075B-CE3915D7DAA4}"/>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29692545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81002" y="691835"/>
            <a:ext cx="11429998" cy="908365"/>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81000" y="1752600"/>
            <a:ext cx="11430000" cy="441356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ooter Placeholder 4">
            <a:extLst>
              <a:ext uri="{FF2B5EF4-FFF2-40B4-BE49-F238E27FC236}">
                <a16:creationId xmlns:a16="http://schemas.microsoft.com/office/drawing/2014/main" id="{DCFE50CA-A07B-1BE8-AB0E-F3855F27B14C}"/>
              </a:ext>
            </a:extLst>
          </p:cNvPr>
          <p:cNvSpPr>
            <a:spLocks noGrp="1"/>
          </p:cNvSpPr>
          <p:nvPr>
            <p:ph type="ftr" sz="quarter" idx="3"/>
          </p:nvPr>
        </p:nvSpPr>
        <p:spPr>
          <a:xfrm>
            <a:off x="381000" y="6347057"/>
            <a:ext cx="3200400" cy="365125"/>
          </a:xfrm>
          <a:prstGeom prst="rect">
            <a:avLst/>
          </a:prstGeom>
        </p:spPr>
        <p:txBody>
          <a:bodyPr vert="horz" lIns="91440" tIns="45720" rIns="91440" bIns="45720" rtlCol="0" anchor="ctr"/>
          <a:lstStyle>
            <a:lvl1pPr algn="l" rtl="0">
              <a:defRPr sz="800" b="0" i="0" cap="all" spc="100" baseline="0">
                <a:solidFill>
                  <a:schemeClr val="tx1"/>
                </a:solidFill>
                <a:latin typeface="+mn-lt"/>
                <a:cs typeface="Segoe UI" panose="020B0502040204020203" pitchFamily="34" charset="0"/>
              </a:defRPr>
            </a:lvl1pPr>
          </a:lstStyle>
          <a:p>
            <a:r>
              <a:rPr lang="en-US"/>
              <a:t>Sample Footer Text</a:t>
            </a:r>
          </a:p>
        </p:txBody>
      </p:sp>
      <p:sp>
        <p:nvSpPr>
          <p:cNvPr id="18" name="Date Placeholder 3">
            <a:extLst>
              <a:ext uri="{FF2B5EF4-FFF2-40B4-BE49-F238E27FC236}">
                <a16:creationId xmlns:a16="http://schemas.microsoft.com/office/drawing/2014/main" id="{DE26C4DF-9E75-7A5B-2595-BEA6116A42A6}"/>
              </a:ext>
            </a:extLst>
          </p:cNvPr>
          <p:cNvSpPr>
            <a:spLocks noGrp="1"/>
          </p:cNvSpPr>
          <p:nvPr>
            <p:ph type="dt" sz="half" idx="2"/>
          </p:nvPr>
        </p:nvSpPr>
        <p:spPr>
          <a:xfrm>
            <a:off x="9525000" y="6340475"/>
            <a:ext cx="1800171" cy="365125"/>
          </a:xfrm>
          <a:prstGeom prst="rect">
            <a:avLst/>
          </a:prstGeom>
        </p:spPr>
        <p:txBody>
          <a:bodyPr vert="horz" lIns="91440" tIns="45720" rIns="91440" bIns="45720" rtlCol="0" anchor="ctr"/>
          <a:lstStyle>
            <a:lvl1pPr algn="r" rtl="0">
              <a:defRPr sz="800" b="0" i="0" cap="all" spc="100" baseline="0">
                <a:solidFill>
                  <a:schemeClr val="tx1"/>
                </a:solidFill>
                <a:latin typeface="+mn-lt"/>
                <a:cs typeface="Segoe UI" panose="020B0502040204020203" pitchFamily="34" charset="0"/>
              </a:defRPr>
            </a:lvl1pPr>
          </a:lstStyle>
          <a:p>
            <a:fld id="{93274EE0-8EE6-BB42-BF21-111D3EB8AA70}" type="datetime1">
              <a:rPr lang="en-US" smtClean="0"/>
              <a:pPr/>
              <a:t>7/16/2026</a:t>
            </a:fld>
            <a:endParaRPr lang="en-US"/>
          </a:p>
        </p:txBody>
      </p:sp>
      <p:sp>
        <p:nvSpPr>
          <p:cNvPr id="19" name="Slide Number Placeholder 5">
            <a:extLst>
              <a:ext uri="{FF2B5EF4-FFF2-40B4-BE49-F238E27FC236}">
                <a16:creationId xmlns:a16="http://schemas.microsoft.com/office/drawing/2014/main" id="{C94B77EC-B34E-F076-4684-F1C05BA67E85}"/>
              </a:ext>
            </a:extLst>
          </p:cNvPr>
          <p:cNvSpPr>
            <a:spLocks noGrp="1"/>
          </p:cNvSpPr>
          <p:nvPr>
            <p:ph type="sldNum" sz="quarter" idx="4"/>
          </p:nvPr>
        </p:nvSpPr>
        <p:spPr>
          <a:xfrm>
            <a:off x="11375694" y="6340475"/>
            <a:ext cx="429207" cy="365125"/>
          </a:xfrm>
          <a:prstGeom prst="rect">
            <a:avLst/>
          </a:prstGeom>
        </p:spPr>
        <p:txBody>
          <a:bodyPr vert="horz" lIns="91440" tIns="45720" rIns="91440" bIns="45720" rtlCol="0" anchor="ctr"/>
          <a:lstStyle>
            <a:lvl1pPr algn="r" rtl="0">
              <a:defRPr sz="800" b="0" i="0" cap="all" spc="100" baseline="0">
                <a:solidFill>
                  <a:schemeClr val="tx1"/>
                </a:solidFill>
                <a:latin typeface="+mn-lt"/>
                <a:cs typeface="Segoe UI" panose="020B0502040204020203" pitchFamily="34" charset="0"/>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977468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Lst>
  <p:hf hdr="0"/>
  <p:txStyles>
    <p:titleStyle>
      <a:lvl1pPr algn="l" defTabSz="914400" rtl="0" eaLnBrk="1" latinLnBrk="0" hangingPunct="1">
        <a:lnSpc>
          <a:spcPct val="80000"/>
        </a:lnSpc>
        <a:spcBef>
          <a:spcPct val="0"/>
        </a:spcBef>
        <a:buNone/>
        <a:defRPr sz="2800" b="0" i="0" kern="1200" spc="0" baseline="0">
          <a:solidFill>
            <a:schemeClr val="tx1"/>
          </a:solidFill>
          <a:latin typeface="+mj-lt"/>
          <a:ea typeface="+mj-ea"/>
          <a:cs typeface="Biome" panose="020B0503030204020804" pitchFamily="34" charset="0"/>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1pPr>
      <a:lvl2pPr marL="2286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240" userDrawn="1">
          <p15:clr>
            <a:srgbClr val="F26B43"/>
          </p15:clr>
        </p15:guide>
        <p15:guide id="25" pos="7296" userDrawn="1">
          <p15:clr>
            <a:srgbClr val="F26B43"/>
          </p15:clr>
        </p15:guide>
        <p15:guide id="26" pos="3840" userDrawn="1">
          <p15:clr>
            <a:srgbClr val="F26B43"/>
          </p15:clr>
        </p15:guide>
        <p15:guide id="27" orient="horz" pos="432" userDrawn="1">
          <p15:clr>
            <a:srgbClr val="F26B43"/>
          </p15:clr>
        </p15:guide>
        <p15:guide id="28" orient="horz" pos="3888" userDrawn="1">
          <p15:clr>
            <a:srgbClr val="F26B43"/>
          </p15:clr>
        </p15:guide>
        <p15:guide id="29" pos="96" userDrawn="1">
          <p15:clr>
            <a:srgbClr val="F26B43"/>
          </p15:clr>
        </p15:guide>
        <p15:guide id="30" pos="7584" userDrawn="1">
          <p15:clr>
            <a:srgbClr val="F26B43"/>
          </p15:clr>
        </p15:guide>
        <p15:guide id="31" orient="horz" pos="96" userDrawn="1">
          <p15:clr>
            <a:srgbClr val="F26B43"/>
          </p15:clr>
        </p15:guide>
        <p15:guide id="32" orient="horz" pos="4224" userDrawn="1">
          <p15:clr>
            <a:srgbClr val="F26B43"/>
          </p15:clr>
        </p15:guide>
        <p15:guide id="33" pos="384" userDrawn="1">
          <p15:clr>
            <a:srgbClr val="F26B43"/>
          </p15:clr>
        </p15:guide>
        <p15:guide id="34" pos="74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1.xml"/><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Man presenting in meeting">
            <a:extLst>
              <a:ext uri="{FF2B5EF4-FFF2-40B4-BE49-F238E27FC236}">
                <a16:creationId xmlns:a16="http://schemas.microsoft.com/office/drawing/2014/main" id="{B0068EC3-6EB5-464E-852E-9711367833D9}"/>
              </a:ext>
            </a:extLst>
          </p:cNvPr>
          <p:cNvPicPr>
            <a:picLocks noChangeAspect="1"/>
          </p:cNvPicPr>
          <p:nvPr/>
        </p:nvPicPr>
        <p:blipFill>
          <a:blip r:embed="rId3"/>
          <a:srcRect t="2894" b="14517"/>
          <a:stretch>
            <a:fillRect/>
          </a:stretch>
        </p:blipFill>
        <p:spPr>
          <a:xfrm>
            <a:off x="152400" y="152401"/>
            <a:ext cx="11887200" cy="6553197"/>
          </a:xfrm>
          <a:custGeom>
            <a:avLst/>
            <a:gdLst>
              <a:gd name="connsiteX0" fmla="*/ 349231 w 11887200"/>
              <a:gd name="connsiteY0" fmla="*/ 0 h 6553197"/>
              <a:gd name="connsiteX1" fmla="*/ 5672697 w 11887200"/>
              <a:gd name="connsiteY1" fmla="*/ 0 h 6553197"/>
              <a:gd name="connsiteX2" fmla="*/ 5727277 w 11887200"/>
              <a:gd name="connsiteY2" fmla="*/ 5502 h 6553197"/>
              <a:gd name="connsiteX3" fmla="*/ 5943600 w 11887200"/>
              <a:gd name="connsiteY3" fmla="*/ 270922 h 6553197"/>
              <a:gd name="connsiteX4" fmla="*/ 6214523 w 11887200"/>
              <a:gd name="connsiteY4" fmla="*/ 541844 h 6553197"/>
              <a:gd name="connsiteX5" fmla="*/ 11537950 w 11887200"/>
              <a:gd name="connsiteY5" fmla="*/ 541845 h 6553197"/>
              <a:gd name="connsiteX6" fmla="*/ 11887200 w 11887200"/>
              <a:gd name="connsiteY6" fmla="*/ 891094 h 6553197"/>
              <a:gd name="connsiteX7" fmla="*/ 11887200 w 11887200"/>
              <a:gd name="connsiteY7" fmla="*/ 6203948 h 6553197"/>
              <a:gd name="connsiteX8" fmla="*/ 11537950 w 11887200"/>
              <a:gd name="connsiteY8" fmla="*/ 6553197 h 6553197"/>
              <a:gd name="connsiteX9" fmla="*/ 7664450 w 11887200"/>
              <a:gd name="connsiteY9" fmla="*/ 6553197 h 6553197"/>
              <a:gd name="connsiteX10" fmla="*/ 7315200 w 11887200"/>
              <a:gd name="connsiteY10" fmla="*/ 6203948 h 6553197"/>
              <a:gd name="connsiteX11" fmla="*/ 7315200 w 11887200"/>
              <a:gd name="connsiteY11" fmla="*/ 4548693 h 6553197"/>
              <a:gd name="connsiteX12" fmla="*/ 6965950 w 11887200"/>
              <a:gd name="connsiteY12" fmla="*/ 4199443 h 6553197"/>
              <a:gd name="connsiteX13" fmla="*/ 349250 w 11887200"/>
              <a:gd name="connsiteY13" fmla="*/ 4199443 h 6553197"/>
              <a:gd name="connsiteX14" fmla="*/ 0 w 11887200"/>
              <a:gd name="connsiteY14" fmla="*/ 3850193 h 6553197"/>
              <a:gd name="connsiteX15" fmla="*/ 0 w 11887200"/>
              <a:gd name="connsiteY15" fmla="*/ 349248 h 6553197"/>
              <a:gd name="connsiteX16" fmla="*/ 278864 w 11887200"/>
              <a:gd name="connsiteY16" fmla="*/ 7094 h 6553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87200" h="6553197">
                <a:moveTo>
                  <a:pt x="349231" y="0"/>
                </a:moveTo>
                <a:lnTo>
                  <a:pt x="5672697" y="0"/>
                </a:lnTo>
                <a:lnTo>
                  <a:pt x="5727277" y="5502"/>
                </a:lnTo>
                <a:cubicBezTo>
                  <a:pt x="5850732" y="30765"/>
                  <a:pt x="5943600" y="139999"/>
                  <a:pt x="5943600" y="270922"/>
                </a:cubicBezTo>
                <a:cubicBezTo>
                  <a:pt x="5943600" y="420548"/>
                  <a:pt x="6064898" y="541844"/>
                  <a:pt x="6214523" y="541844"/>
                </a:cubicBezTo>
                <a:lnTo>
                  <a:pt x="11537950" y="541845"/>
                </a:lnTo>
                <a:cubicBezTo>
                  <a:pt x="11730863" y="541845"/>
                  <a:pt x="11887200" y="698212"/>
                  <a:pt x="11887200" y="891094"/>
                </a:cubicBezTo>
                <a:lnTo>
                  <a:pt x="11887200" y="6203948"/>
                </a:lnTo>
                <a:cubicBezTo>
                  <a:pt x="11887200" y="6396861"/>
                  <a:pt x="11730863" y="6553197"/>
                  <a:pt x="11537950" y="6553197"/>
                </a:cubicBezTo>
                <a:lnTo>
                  <a:pt x="7664450" y="6553197"/>
                </a:lnTo>
                <a:cubicBezTo>
                  <a:pt x="7471537" y="6553197"/>
                  <a:pt x="7315200" y="6396861"/>
                  <a:pt x="7315200" y="6203948"/>
                </a:cubicBezTo>
                <a:lnTo>
                  <a:pt x="7315200" y="4548693"/>
                </a:lnTo>
                <a:cubicBezTo>
                  <a:pt x="7315200" y="4355806"/>
                  <a:pt x="7158863" y="4199443"/>
                  <a:pt x="6965950" y="4199443"/>
                </a:cubicBezTo>
                <a:lnTo>
                  <a:pt x="349250" y="4199443"/>
                </a:lnTo>
                <a:cubicBezTo>
                  <a:pt x="156365" y="4199443"/>
                  <a:pt x="0" y="4043081"/>
                  <a:pt x="0" y="3850193"/>
                </a:cubicBezTo>
                <a:lnTo>
                  <a:pt x="0" y="349248"/>
                </a:lnTo>
                <a:cubicBezTo>
                  <a:pt x="0" y="180474"/>
                  <a:pt x="119717" y="39660"/>
                  <a:pt x="278864" y="7094"/>
                </a:cubicBezTo>
                <a:close/>
              </a:path>
            </a:pathLst>
          </a:custGeom>
        </p:spPr>
      </p:pic>
      <p:sp>
        <p:nvSpPr>
          <p:cNvPr id="2" name="Title 1">
            <a:extLst>
              <a:ext uri="{FF2B5EF4-FFF2-40B4-BE49-F238E27FC236}">
                <a16:creationId xmlns:a16="http://schemas.microsoft.com/office/drawing/2014/main" id="{BEF4FD13-C469-7CDE-D7BB-184C80955C50}"/>
              </a:ext>
            </a:extLst>
          </p:cNvPr>
          <p:cNvSpPr>
            <a:spLocks noGrp="1"/>
          </p:cNvSpPr>
          <p:nvPr>
            <p:ph type="ctrTitle"/>
          </p:nvPr>
        </p:nvSpPr>
        <p:spPr>
          <a:xfrm>
            <a:off x="381000" y="4876800"/>
            <a:ext cx="6629400" cy="914400"/>
          </a:xfrm>
        </p:spPr>
        <p:txBody>
          <a:bodyPr anchor="b">
            <a:normAutofit/>
          </a:bodyPr>
          <a:lstStyle/>
          <a:p>
            <a:r>
              <a:rPr lang="en-US" sz="3100" dirty="0"/>
              <a:t>GETSMART Executive Stakeholder </a:t>
            </a:r>
          </a:p>
        </p:txBody>
      </p:sp>
      <p:sp>
        <p:nvSpPr>
          <p:cNvPr id="3" name="Subtitle 2">
            <a:extLst>
              <a:ext uri="{FF2B5EF4-FFF2-40B4-BE49-F238E27FC236}">
                <a16:creationId xmlns:a16="http://schemas.microsoft.com/office/drawing/2014/main" id="{5B3E7604-E25E-2BBD-4ECC-A75B7488D742}"/>
              </a:ext>
            </a:extLst>
          </p:cNvPr>
          <p:cNvSpPr>
            <a:spLocks noGrp="1"/>
          </p:cNvSpPr>
          <p:nvPr>
            <p:ph type="subTitle" idx="1"/>
          </p:nvPr>
        </p:nvSpPr>
        <p:spPr>
          <a:xfrm>
            <a:off x="381000" y="5791200"/>
            <a:ext cx="6629400" cy="533400"/>
          </a:xfrm>
        </p:spPr>
        <p:txBody>
          <a:bodyPr>
            <a:normAutofit/>
          </a:bodyPr>
          <a:lstStyle/>
          <a:p>
            <a:r>
              <a:rPr lang="en-US"/>
              <a:t>Showcasing key features for leadership stakeholders</a:t>
            </a:r>
          </a:p>
        </p:txBody>
      </p:sp>
      <p:sp>
        <p:nvSpPr>
          <p:cNvPr id="4" name="Footer Placeholder 3">
            <a:extLst>
              <a:ext uri="{FF2B5EF4-FFF2-40B4-BE49-F238E27FC236}">
                <a16:creationId xmlns:a16="http://schemas.microsoft.com/office/drawing/2014/main" id="{68AD53E7-2227-F589-B220-A49D7F656CB3}"/>
              </a:ext>
            </a:extLst>
          </p:cNvPr>
          <p:cNvSpPr>
            <a:spLocks noGrp="1"/>
          </p:cNvSpPr>
          <p:nvPr>
            <p:ph type="ftr" sz="quarter" idx="12"/>
          </p:nvPr>
        </p:nvSpPr>
        <p:spPr>
          <a:xfrm>
            <a:off x="6280176" y="152400"/>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A25281A7-A608-7E10-5DB7-63292D3AEB5D}"/>
              </a:ext>
            </a:extLst>
          </p:cNvPr>
          <p:cNvSpPr>
            <a:spLocks noGrp="1"/>
          </p:cNvSpPr>
          <p:nvPr>
            <p:ph type="dt" sz="half" idx="11"/>
          </p:nvPr>
        </p:nvSpPr>
        <p:spPr>
          <a:xfrm>
            <a:off x="9531099" y="152400"/>
            <a:ext cx="1800171" cy="365125"/>
          </a:xfrm>
        </p:spPr>
        <p:txBody>
          <a:bodyPr anchor="ctr">
            <a:normAutofit/>
          </a:bodyPr>
          <a:lstStyle/>
          <a:p>
            <a:pPr>
              <a:spcAft>
                <a:spcPts val="600"/>
              </a:spcAft>
            </a:pPr>
            <a:fld id="{F7F4CBCF-2EA5-5248-B352-49E9FE7B89CF}" type="datetime1">
              <a:rPr lang="en-US" smtClean="0"/>
              <a:pPr>
                <a:spcAft>
                  <a:spcPts val="600"/>
                </a:spcAft>
              </a:pPr>
              <a:t>7/16/2026</a:t>
            </a:fld>
            <a:endParaRPr lang="en-US"/>
          </a:p>
        </p:txBody>
      </p:sp>
      <p:sp>
        <p:nvSpPr>
          <p:cNvPr id="6" name="Slide Number Placeholder 5">
            <a:extLst>
              <a:ext uri="{FF2B5EF4-FFF2-40B4-BE49-F238E27FC236}">
                <a16:creationId xmlns:a16="http://schemas.microsoft.com/office/drawing/2014/main" id="{BBE97E24-9785-2CC2-9B43-A6904F2E5357}"/>
              </a:ext>
            </a:extLst>
          </p:cNvPr>
          <p:cNvSpPr>
            <a:spLocks noGrp="1"/>
          </p:cNvSpPr>
          <p:nvPr>
            <p:ph type="sldNum" sz="quarter" idx="13"/>
          </p:nvPr>
        </p:nvSpPr>
        <p:spPr>
          <a:xfrm>
            <a:off x="11381793" y="152400"/>
            <a:ext cx="429207" cy="365125"/>
          </a:xfrm>
        </p:spPr>
        <p:txBody>
          <a:bodyPr anchor="ctr">
            <a:normAutofit/>
          </a:bodyPr>
          <a:lstStyle/>
          <a:p>
            <a:pPr>
              <a:spcAft>
                <a:spcPts val="600"/>
              </a:spcAft>
            </a:pPr>
            <a:fld id="{AEAA3239-9EA4-4A65-A281-97F994456D9F}" type="slidenum">
              <a:rPr lang="en-US" smtClean="0"/>
              <a:pPr>
                <a:spcAft>
                  <a:spcPts val="600"/>
                </a:spcAft>
              </a:pPr>
              <a:t>1</a:t>
            </a:fld>
            <a:endParaRPr lang="en-US"/>
          </a:p>
        </p:txBody>
      </p:sp>
    </p:spTree>
    <p:extLst>
      <p:ext uri="{BB962C8B-B14F-4D97-AF65-F5344CB8AC3E}">
        <p14:creationId xmlns:p14="http://schemas.microsoft.com/office/powerpoint/2010/main" val="3548881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08BA8-9300-5056-4C2C-96CFC6B14B8C}"/>
              </a:ext>
            </a:extLst>
          </p:cNvPr>
          <p:cNvSpPr>
            <a:spLocks noGrp="1"/>
          </p:cNvSpPr>
          <p:nvPr>
            <p:ph type="ctrTitle"/>
          </p:nvPr>
        </p:nvSpPr>
        <p:spPr>
          <a:xfrm>
            <a:off x="381000" y="1600200"/>
            <a:ext cx="11430000" cy="4572000"/>
          </a:xfrm>
        </p:spPr>
        <p:txBody>
          <a:bodyPr anchor="b">
            <a:normAutofit/>
          </a:bodyPr>
          <a:lstStyle/>
          <a:p>
            <a:r>
              <a:rPr lang="en-US"/>
              <a:t>Introduction and Executive Context</a:t>
            </a:r>
          </a:p>
        </p:txBody>
      </p:sp>
      <p:sp>
        <p:nvSpPr>
          <p:cNvPr id="4" name="Footer Placeholder 3">
            <a:extLst>
              <a:ext uri="{FF2B5EF4-FFF2-40B4-BE49-F238E27FC236}">
                <a16:creationId xmlns:a16="http://schemas.microsoft.com/office/drawing/2014/main" id="{24E29260-45CD-C984-1BB4-A9625543CF90}"/>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0E068DAA-2FDB-5C92-7465-5872072A931C}"/>
              </a:ext>
            </a:extLst>
          </p:cNvPr>
          <p:cNvSpPr>
            <a:spLocks noGrp="1"/>
          </p:cNvSpPr>
          <p:nvPr>
            <p:ph type="dt" sz="half" idx="10"/>
          </p:nvPr>
        </p:nvSpPr>
        <p:spPr>
          <a:xfrm>
            <a:off x="9525000" y="6340475"/>
            <a:ext cx="1800171" cy="365125"/>
          </a:xfrm>
        </p:spPr>
        <p:txBody>
          <a:bodyPr anchor="ctr">
            <a:normAutofit/>
          </a:bodyPr>
          <a:lstStyle/>
          <a:p>
            <a:pPr>
              <a:spcAft>
                <a:spcPts val="600"/>
              </a:spcAft>
            </a:pPr>
            <a:fld id="{F7F4CBCF-2EA5-5248-B352-49E9FE7B89CF}" type="datetime1">
              <a:rPr lang="en-US" smtClean="0"/>
              <a:pPr>
                <a:spcAft>
                  <a:spcPts val="600"/>
                </a:spcAft>
              </a:pPr>
              <a:t>7/16/2026</a:t>
            </a:fld>
            <a:endParaRPr lang="en-US"/>
          </a:p>
        </p:txBody>
      </p:sp>
      <p:sp>
        <p:nvSpPr>
          <p:cNvPr id="6" name="Slide Number Placeholder 5">
            <a:extLst>
              <a:ext uri="{FF2B5EF4-FFF2-40B4-BE49-F238E27FC236}">
                <a16:creationId xmlns:a16="http://schemas.microsoft.com/office/drawing/2014/main" id="{322A5FF5-CAB7-63A1-2DD3-45B6345DB34E}"/>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2</a:t>
            </a:fld>
            <a:endParaRPr lang="en-US"/>
          </a:p>
        </p:txBody>
      </p:sp>
    </p:spTree>
    <p:extLst>
      <p:ext uri="{BB962C8B-B14F-4D97-AF65-F5344CB8AC3E}">
        <p14:creationId xmlns:p14="http://schemas.microsoft.com/office/powerpoint/2010/main" val="22807891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F40B6-01C2-B908-CF67-B24DA80A8FEC}"/>
              </a:ext>
            </a:extLst>
          </p:cNvPr>
          <p:cNvSpPr>
            <a:spLocks noGrp="1"/>
          </p:cNvSpPr>
          <p:nvPr>
            <p:ph type="title"/>
          </p:nvPr>
        </p:nvSpPr>
        <p:spPr>
          <a:xfrm>
            <a:off x="381000" y="709099"/>
            <a:ext cx="4572000" cy="1348301"/>
          </a:xfrm>
        </p:spPr>
        <p:txBody>
          <a:bodyPr anchor="t">
            <a:normAutofit/>
          </a:bodyPr>
          <a:lstStyle/>
          <a:p>
            <a:r>
              <a:rPr lang="en-US"/>
              <a:t>GETSMART AI Assistant – Stakeholder Live Demo</a:t>
            </a:r>
          </a:p>
        </p:txBody>
      </p:sp>
      <p:pic>
        <p:nvPicPr>
          <p:cNvPr id="8" name="Content Placeholder 7" descr="4K Resolution">
            <a:extLst>
              <a:ext uri="{FF2B5EF4-FFF2-40B4-BE49-F238E27FC236}">
                <a16:creationId xmlns:a16="http://schemas.microsoft.com/office/drawing/2014/main" id="{AB041B46-8244-409D-BDC1-79BDF6C0EB89}"/>
              </a:ext>
            </a:extLst>
          </p:cNvPr>
          <p:cNvPicPr>
            <a:picLocks noGrp="1" noChangeAspect="1"/>
          </p:cNvPicPr>
          <p:nvPr>
            <p:ph type="pic" sz="quarter" idx="15"/>
          </p:nvPr>
        </p:nvPicPr>
        <p:blipFill>
          <a:blip r:embed="rId3"/>
          <a:srcRect l="14404" r="13270" b="3"/>
          <a:stretch>
            <a:fillRect/>
          </a:stretch>
        </p:blipFill>
        <p:spPr>
          <a:xfrm>
            <a:off x="387926" y="2590800"/>
            <a:ext cx="4578206" cy="3560521"/>
          </a:xfrm>
        </p:spPr>
      </p:pic>
      <p:sp>
        <p:nvSpPr>
          <p:cNvPr id="4" name="Content Placeholder 3">
            <a:extLst>
              <a:ext uri="{FF2B5EF4-FFF2-40B4-BE49-F238E27FC236}">
                <a16:creationId xmlns:a16="http://schemas.microsoft.com/office/drawing/2014/main" id="{5F6996D2-6BB6-6B67-EBC8-5221A253A5A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38800" y="706803"/>
            <a:ext cx="6172200" cy="5465398"/>
          </a:xfrm>
        </p:spPr>
        <p:txBody>
          <a:bodyPr>
            <a:normAutofit/>
          </a:bodyPr>
          <a:lstStyle/>
          <a:p>
            <a:pPr marL="0" lvl="0" indent="0">
              <a:spcBef>
                <a:spcPts val="2500"/>
              </a:spcBef>
              <a:buFont typeface="Arial" panose="020B0604020202020204" pitchFamily="34" charset="0"/>
              <a:buNone/>
            </a:pPr>
            <a:r>
              <a:rPr lang="en-US" b="1"/>
              <a:t>Unified AI Workspace</a:t>
            </a:r>
          </a:p>
          <a:p>
            <a:pPr marL="0" lvl="1" indent="0">
              <a:buFont typeface="Arial" panose="020B0604020202020204" pitchFamily="34" charset="0"/>
              <a:buNone/>
            </a:pPr>
            <a:r>
              <a:rPr lang="en-US"/>
              <a:t>GETSMART integrates five AI workflows into a single cohesive platform with one interface and security model.</a:t>
            </a:r>
          </a:p>
          <a:p>
            <a:pPr marL="0" lvl="0" indent="0">
              <a:spcBef>
                <a:spcPts val="2500"/>
              </a:spcBef>
              <a:buFont typeface="Arial" panose="020B0604020202020204" pitchFamily="34" charset="0"/>
              <a:buNone/>
            </a:pPr>
            <a:r>
              <a:rPr lang="en-US" b="1"/>
              <a:t>Architectural Maturity and Security</a:t>
            </a:r>
          </a:p>
          <a:p>
            <a:pPr marL="0" lvl="1" indent="0">
              <a:buFont typeface="Arial" panose="020B0604020202020204" pitchFamily="34" charset="0"/>
              <a:buNone/>
            </a:pPr>
            <a:r>
              <a:rPr lang="en-US"/>
              <a:t>The platform demonstrates robust architecture and strong security posture essential for enterprise adoption.</a:t>
            </a:r>
          </a:p>
          <a:p>
            <a:pPr marL="0" lvl="0" indent="0">
              <a:spcBef>
                <a:spcPts val="2500"/>
              </a:spcBef>
              <a:buFont typeface="Arial" panose="020B0604020202020204" pitchFamily="34" charset="0"/>
              <a:buNone/>
            </a:pPr>
            <a:r>
              <a:rPr lang="en-US" b="1"/>
              <a:t>Business Impact and Productivity</a:t>
            </a:r>
          </a:p>
          <a:p>
            <a:pPr marL="0" lvl="1" indent="0">
              <a:buFont typeface="Arial" panose="020B0604020202020204" pitchFamily="34" charset="0"/>
              <a:buNone/>
            </a:pPr>
            <a:r>
              <a:rPr lang="en-US"/>
              <a:t>GETSMART addresses inefficiencies and governance concerns, boosting productivity and reducing costs.</a:t>
            </a:r>
          </a:p>
          <a:p>
            <a:pPr marL="0" lvl="0" indent="0">
              <a:spcBef>
                <a:spcPts val="2500"/>
              </a:spcBef>
              <a:buFont typeface="Arial" panose="020B0604020202020204" pitchFamily="34" charset="0"/>
              <a:buNone/>
            </a:pPr>
            <a:r>
              <a:rPr lang="en-US" b="1"/>
              <a:t>Consultation-Style Presentation</a:t>
            </a:r>
          </a:p>
          <a:p>
            <a:pPr marL="0" lvl="1" indent="0">
              <a:buFont typeface="Arial" panose="020B0604020202020204" pitchFamily="34" charset="0"/>
              <a:buNone/>
            </a:pPr>
            <a:r>
              <a:rPr lang="en-US"/>
              <a:t>The demo focuses on outcomes, scalability, and readiness rather than conceptual AI experiments.</a:t>
            </a:r>
          </a:p>
        </p:txBody>
      </p:sp>
      <p:sp>
        <p:nvSpPr>
          <p:cNvPr id="5" name="Footer Placeholder 4">
            <a:extLst>
              <a:ext uri="{FF2B5EF4-FFF2-40B4-BE49-F238E27FC236}">
                <a16:creationId xmlns:a16="http://schemas.microsoft.com/office/drawing/2014/main" id="{ABF6593C-9F76-7A19-8D47-FD7B8B90C191}"/>
              </a:ext>
            </a:extLst>
          </p:cNvPr>
          <p:cNvSpPr>
            <a:spLocks noGrp="1"/>
          </p:cNvSpPr>
          <p:nvPr>
            <p:ph type="ftr" sz="quarter" idx="17"/>
          </p:nvPr>
        </p:nvSpPr>
        <p:spPr>
          <a:xfrm>
            <a:off x="381000" y="6347057"/>
            <a:ext cx="3200400"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B3DEFAB7-DC91-188D-6578-2B6696440AFD}"/>
              </a:ext>
            </a:extLst>
          </p:cNvPr>
          <p:cNvSpPr>
            <a:spLocks noGrp="1"/>
          </p:cNvSpPr>
          <p:nvPr>
            <p:ph type="dt" sz="half" idx="16"/>
          </p:nvPr>
        </p:nvSpPr>
        <p:spPr>
          <a:xfrm>
            <a:off x="9525000" y="6340475"/>
            <a:ext cx="1800171" cy="365125"/>
          </a:xfrm>
        </p:spPr>
        <p:txBody>
          <a:bodyPr anchor="ctr">
            <a:normAutofit/>
          </a:bodyPr>
          <a:lstStyle/>
          <a:p>
            <a:pPr>
              <a:spcAft>
                <a:spcPts val="600"/>
              </a:spcAft>
            </a:pPr>
            <a:fld id="{A4EF2610-7DF8-C942-A8A1-C05E61FE4E13}" type="datetime1">
              <a:rPr lang="en-US" smtClean="0"/>
              <a:pPr>
                <a:spcAft>
                  <a:spcPts val="600"/>
                </a:spcAft>
              </a:pPr>
              <a:t>7/16/2026</a:t>
            </a:fld>
            <a:endParaRPr lang="en-US"/>
          </a:p>
        </p:txBody>
      </p:sp>
      <p:sp>
        <p:nvSpPr>
          <p:cNvPr id="7" name="Slide Number Placeholder 6">
            <a:extLst>
              <a:ext uri="{FF2B5EF4-FFF2-40B4-BE49-F238E27FC236}">
                <a16:creationId xmlns:a16="http://schemas.microsoft.com/office/drawing/2014/main" id="{5872E446-961B-EB16-9309-781085FF12B4}"/>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3</a:t>
            </a:fld>
            <a:endParaRPr lang="en-US"/>
          </a:p>
        </p:txBody>
      </p:sp>
    </p:spTree>
    <p:extLst>
      <p:ext uri="{BB962C8B-B14F-4D97-AF65-F5344CB8AC3E}">
        <p14:creationId xmlns:p14="http://schemas.microsoft.com/office/powerpoint/2010/main" val="31374955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2F12E-9E9B-65CF-0504-E7CD76D81EF1}"/>
              </a:ext>
            </a:extLst>
          </p:cNvPr>
          <p:cNvSpPr>
            <a:spLocks noGrp="1"/>
          </p:cNvSpPr>
          <p:nvPr>
            <p:ph type="ctrTitle"/>
          </p:nvPr>
        </p:nvSpPr>
        <p:spPr>
          <a:xfrm>
            <a:off x="381000" y="1600200"/>
            <a:ext cx="11430000" cy="4572000"/>
          </a:xfrm>
        </p:spPr>
        <p:txBody>
          <a:bodyPr anchor="b">
            <a:normAutofit/>
          </a:bodyPr>
          <a:lstStyle/>
          <a:p>
            <a:r>
              <a:rPr lang="en-US"/>
              <a:t>Executive Summary and Business Framing</a:t>
            </a:r>
          </a:p>
        </p:txBody>
      </p:sp>
      <p:sp>
        <p:nvSpPr>
          <p:cNvPr id="4" name="Footer Placeholder 3">
            <a:extLst>
              <a:ext uri="{FF2B5EF4-FFF2-40B4-BE49-F238E27FC236}">
                <a16:creationId xmlns:a16="http://schemas.microsoft.com/office/drawing/2014/main" id="{713993FE-54CC-F8E5-6FC4-E723B97F627C}"/>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CF8A034D-75E6-0E31-D461-A011EF01D6A8}"/>
              </a:ext>
            </a:extLst>
          </p:cNvPr>
          <p:cNvSpPr>
            <a:spLocks noGrp="1"/>
          </p:cNvSpPr>
          <p:nvPr>
            <p:ph type="dt" sz="half" idx="10"/>
          </p:nvPr>
        </p:nvSpPr>
        <p:spPr>
          <a:xfrm>
            <a:off x="9525000" y="6340475"/>
            <a:ext cx="1800171" cy="365125"/>
          </a:xfrm>
        </p:spPr>
        <p:txBody>
          <a:bodyPr anchor="ctr">
            <a:normAutofit/>
          </a:bodyPr>
          <a:lstStyle/>
          <a:p>
            <a:pPr>
              <a:spcAft>
                <a:spcPts val="600"/>
              </a:spcAft>
            </a:pPr>
            <a:fld id="{F7F4CBCF-2EA5-5248-B352-49E9FE7B89CF}" type="datetime1">
              <a:rPr lang="en-US" smtClean="0"/>
              <a:pPr>
                <a:spcAft>
                  <a:spcPts val="600"/>
                </a:spcAft>
              </a:pPr>
              <a:t>7/16/2026</a:t>
            </a:fld>
            <a:endParaRPr lang="en-US"/>
          </a:p>
        </p:txBody>
      </p:sp>
      <p:sp>
        <p:nvSpPr>
          <p:cNvPr id="6" name="Slide Number Placeholder 5">
            <a:extLst>
              <a:ext uri="{FF2B5EF4-FFF2-40B4-BE49-F238E27FC236}">
                <a16:creationId xmlns:a16="http://schemas.microsoft.com/office/drawing/2014/main" id="{96ACDD10-EA5F-C7C3-D356-1830CB61586A}"/>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4</a:t>
            </a:fld>
            <a:endParaRPr lang="en-US"/>
          </a:p>
        </p:txBody>
      </p:sp>
    </p:spTree>
    <p:extLst>
      <p:ext uri="{BB962C8B-B14F-4D97-AF65-F5344CB8AC3E}">
        <p14:creationId xmlns:p14="http://schemas.microsoft.com/office/powerpoint/2010/main" val="19457849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1BC93-6BA8-D5FD-06E7-C4803FE4CF23}"/>
              </a:ext>
            </a:extLst>
          </p:cNvPr>
          <p:cNvSpPr>
            <a:spLocks noGrp="1"/>
          </p:cNvSpPr>
          <p:nvPr>
            <p:ph type="title"/>
          </p:nvPr>
        </p:nvSpPr>
        <p:spPr>
          <a:xfrm>
            <a:off x="381000" y="709099"/>
            <a:ext cx="4572000" cy="1348301"/>
          </a:xfrm>
        </p:spPr>
        <p:txBody>
          <a:bodyPr anchor="t">
            <a:normAutofit/>
          </a:bodyPr>
          <a:lstStyle/>
          <a:p>
            <a:r>
              <a:rPr lang="en-US"/>
              <a:t>Executive Summary</a:t>
            </a:r>
          </a:p>
        </p:txBody>
      </p:sp>
      <p:pic>
        <p:nvPicPr>
          <p:cNvPr id="8" name="Content Placeholder 7" descr="Yacht, Cruise Ship, Passenger Ship, Service, Repairing">
            <a:extLst>
              <a:ext uri="{FF2B5EF4-FFF2-40B4-BE49-F238E27FC236}">
                <a16:creationId xmlns:a16="http://schemas.microsoft.com/office/drawing/2014/main" id="{EC973EE7-E0F2-4AA8-A82D-B28BC8E57406}"/>
              </a:ext>
            </a:extLst>
          </p:cNvPr>
          <p:cNvPicPr>
            <a:picLocks noGrp="1" noChangeAspect="1"/>
          </p:cNvPicPr>
          <p:nvPr>
            <p:ph type="pic" sz="quarter" idx="15"/>
          </p:nvPr>
        </p:nvPicPr>
        <p:blipFill>
          <a:blip r:embed="rId3"/>
          <a:srcRect l="36425" r="15678"/>
          <a:stretch>
            <a:fillRect/>
          </a:stretch>
        </p:blipFill>
        <p:spPr>
          <a:xfrm>
            <a:off x="387926" y="2590800"/>
            <a:ext cx="4578206" cy="3560521"/>
          </a:xfrm>
        </p:spPr>
      </p:pic>
      <p:sp>
        <p:nvSpPr>
          <p:cNvPr id="4" name="Content Placeholder 3">
            <a:extLst>
              <a:ext uri="{FF2B5EF4-FFF2-40B4-BE49-F238E27FC236}">
                <a16:creationId xmlns:a16="http://schemas.microsoft.com/office/drawing/2014/main" id="{EC8C38C9-FD5B-CE82-36DB-15F60E18E15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38800" y="706803"/>
            <a:ext cx="6172200" cy="5465398"/>
          </a:xfrm>
        </p:spPr>
        <p:txBody>
          <a:bodyPr>
            <a:normAutofit/>
          </a:bodyPr>
          <a:lstStyle/>
          <a:p>
            <a:pPr marL="0" lvl="0" indent="0">
              <a:spcBef>
                <a:spcPts val="2500"/>
              </a:spcBef>
              <a:buFont typeface="Arial" panose="020B0604020202020204" pitchFamily="34" charset="0"/>
              <a:buNone/>
            </a:pPr>
            <a:r>
              <a:rPr lang="en-US" b="1"/>
              <a:t>Consolidated AI Workflows</a:t>
            </a:r>
          </a:p>
          <a:p>
            <a:pPr marL="0" lvl="1" indent="0">
              <a:buFont typeface="Arial" panose="020B0604020202020204" pitchFamily="34" charset="0"/>
              <a:buNone/>
            </a:pPr>
            <a:r>
              <a:rPr lang="en-US"/>
              <a:t>Five AI workflows are integrated into a single workspace, reducing tool sprawl and simplifying user experience.</a:t>
            </a:r>
          </a:p>
          <a:p>
            <a:pPr marL="0" lvl="0" indent="0">
              <a:spcBef>
                <a:spcPts val="2500"/>
              </a:spcBef>
              <a:buFont typeface="Arial" panose="020B0604020202020204" pitchFamily="34" charset="0"/>
              <a:buNone/>
            </a:pPr>
            <a:r>
              <a:rPr lang="en-US" b="1"/>
              <a:t>Production-Ready System</a:t>
            </a:r>
          </a:p>
          <a:p>
            <a:pPr marL="0" lvl="1" indent="0">
              <a:buFont typeface="Arial" panose="020B0604020202020204" pitchFamily="34" charset="0"/>
              <a:buNone/>
            </a:pPr>
            <a:r>
              <a:rPr lang="en-US"/>
              <a:t>GETSMART is deployable today on modern platforms like Vercel and Lovable Cloud, not just a prototype.</a:t>
            </a:r>
          </a:p>
          <a:p>
            <a:pPr marL="0" lvl="0" indent="0">
              <a:spcBef>
                <a:spcPts val="2500"/>
              </a:spcBef>
              <a:buFont typeface="Arial" panose="020B0604020202020204" pitchFamily="34" charset="0"/>
              <a:buNone/>
            </a:pPr>
            <a:r>
              <a:rPr lang="en-US" b="1"/>
              <a:t>Governed and Secure Design</a:t>
            </a:r>
          </a:p>
          <a:p>
            <a:pPr marL="0" lvl="1" indent="0">
              <a:buFont typeface="Arial" panose="020B0604020202020204" pitchFamily="34" charset="0"/>
              <a:buNone/>
            </a:pPr>
            <a:r>
              <a:rPr lang="en-US"/>
              <a:t>Security is built-in with server-only prompts, strict validation, and rate limiting across all AI interactions.</a:t>
            </a:r>
          </a:p>
          <a:p>
            <a:pPr marL="0" lvl="0" indent="0">
              <a:spcBef>
                <a:spcPts val="2500"/>
              </a:spcBef>
              <a:buFont typeface="Arial" panose="020B0604020202020204" pitchFamily="34" charset="0"/>
              <a:buNone/>
            </a:pPr>
            <a:r>
              <a:rPr lang="en-US" b="1"/>
              <a:t>Model-Agnostic Flexibility</a:t>
            </a:r>
          </a:p>
          <a:p>
            <a:pPr marL="0" lvl="1" indent="0">
              <a:buFont typeface="Arial" panose="020B0604020202020204" pitchFamily="34" charset="0"/>
              <a:buNone/>
            </a:pPr>
            <a:r>
              <a:rPr lang="en-US"/>
              <a:t>Organizations can switch AI vendors easily, supporting Gemini, GPT, or Claude models for flexibility.</a:t>
            </a:r>
          </a:p>
        </p:txBody>
      </p:sp>
      <p:sp>
        <p:nvSpPr>
          <p:cNvPr id="5" name="Footer Placeholder 4">
            <a:extLst>
              <a:ext uri="{FF2B5EF4-FFF2-40B4-BE49-F238E27FC236}">
                <a16:creationId xmlns:a16="http://schemas.microsoft.com/office/drawing/2014/main" id="{0F00F239-7518-75CB-4EB6-A203D719F1F0}"/>
              </a:ext>
            </a:extLst>
          </p:cNvPr>
          <p:cNvSpPr>
            <a:spLocks noGrp="1"/>
          </p:cNvSpPr>
          <p:nvPr>
            <p:ph type="ftr" sz="quarter" idx="17"/>
          </p:nvPr>
        </p:nvSpPr>
        <p:spPr>
          <a:xfrm>
            <a:off x="381000" y="6347057"/>
            <a:ext cx="3200400"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D35DA5B9-F649-BF55-DD6B-ECCFFED77E73}"/>
              </a:ext>
            </a:extLst>
          </p:cNvPr>
          <p:cNvSpPr>
            <a:spLocks noGrp="1"/>
          </p:cNvSpPr>
          <p:nvPr>
            <p:ph type="dt" sz="half" idx="16"/>
          </p:nvPr>
        </p:nvSpPr>
        <p:spPr>
          <a:xfrm>
            <a:off x="9525000" y="6340475"/>
            <a:ext cx="1800171" cy="365125"/>
          </a:xfrm>
        </p:spPr>
        <p:txBody>
          <a:bodyPr anchor="ctr">
            <a:normAutofit/>
          </a:bodyPr>
          <a:lstStyle/>
          <a:p>
            <a:pPr>
              <a:spcAft>
                <a:spcPts val="600"/>
              </a:spcAft>
            </a:pPr>
            <a:fld id="{A4EF2610-7DF8-C942-A8A1-C05E61FE4E13}" type="datetime1">
              <a:rPr lang="en-US" smtClean="0"/>
              <a:pPr>
                <a:spcAft>
                  <a:spcPts val="600"/>
                </a:spcAft>
              </a:pPr>
              <a:t>7/16/2026</a:t>
            </a:fld>
            <a:endParaRPr lang="en-US"/>
          </a:p>
        </p:txBody>
      </p:sp>
      <p:sp>
        <p:nvSpPr>
          <p:cNvPr id="7" name="Slide Number Placeholder 6">
            <a:extLst>
              <a:ext uri="{FF2B5EF4-FFF2-40B4-BE49-F238E27FC236}">
                <a16:creationId xmlns:a16="http://schemas.microsoft.com/office/drawing/2014/main" id="{80EC109B-7E81-D494-6EE8-9FFBE8D24187}"/>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5</a:t>
            </a:fld>
            <a:endParaRPr lang="en-US"/>
          </a:p>
        </p:txBody>
      </p:sp>
    </p:spTree>
    <p:extLst>
      <p:ext uri="{BB962C8B-B14F-4D97-AF65-F5344CB8AC3E}">
        <p14:creationId xmlns:p14="http://schemas.microsoft.com/office/powerpoint/2010/main" val="14659791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36127-3231-E6D9-4260-4BA1B00A2004}"/>
              </a:ext>
            </a:extLst>
          </p:cNvPr>
          <p:cNvSpPr>
            <a:spLocks noGrp="1"/>
          </p:cNvSpPr>
          <p:nvPr>
            <p:ph type="ctrTitle"/>
          </p:nvPr>
        </p:nvSpPr>
        <p:spPr>
          <a:xfrm>
            <a:off x="381000" y="1600200"/>
            <a:ext cx="11430000" cy="4572000"/>
          </a:xfrm>
        </p:spPr>
        <p:txBody>
          <a:bodyPr anchor="b">
            <a:normAutofit/>
          </a:bodyPr>
          <a:lstStyle/>
          <a:p>
            <a:r>
              <a:rPr lang="en-US"/>
              <a:t>Problem Statement</a:t>
            </a:r>
          </a:p>
        </p:txBody>
      </p:sp>
      <p:sp>
        <p:nvSpPr>
          <p:cNvPr id="4" name="Footer Placeholder 3">
            <a:extLst>
              <a:ext uri="{FF2B5EF4-FFF2-40B4-BE49-F238E27FC236}">
                <a16:creationId xmlns:a16="http://schemas.microsoft.com/office/drawing/2014/main" id="{0CF096E3-9E51-053D-1B63-E4798AE242E1}"/>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DA33DABE-A9D6-C6ED-EE99-193463615129}"/>
              </a:ext>
            </a:extLst>
          </p:cNvPr>
          <p:cNvSpPr>
            <a:spLocks noGrp="1"/>
          </p:cNvSpPr>
          <p:nvPr>
            <p:ph type="dt" sz="half" idx="10"/>
          </p:nvPr>
        </p:nvSpPr>
        <p:spPr>
          <a:xfrm>
            <a:off x="9525000" y="6340475"/>
            <a:ext cx="1800171" cy="365125"/>
          </a:xfrm>
        </p:spPr>
        <p:txBody>
          <a:bodyPr anchor="ctr">
            <a:normAutofit/>
          </a:bodyPr>
          <a:lstStyle/>
          <a:p>
            <a:pPr>
              <a:spcAft>
                <a:spcPts val="600"/>
              </a:spcAft>
            </a:pPr>
            <a:fld id="{F7F4CBCF-2EA5-5248-B352-49E9FE7B89CF}" type="datetime1">
              <a:rPr lang="en-US" smtClean="0"/>
              <a:pPr>
                <a:spcAft>
                  <a:spcPts val="600"/>
                </a:spcAft>
              </a:pPr>
              <a:t>7/16/2026</a:t>
            </a:fld>
            <a:endParaRPr lang="en-US"/>
          </a:p>
        </p:txBody>
      </p:sp>
      <p:sp>
        <p:nvSpPr>
          <p:cNvPr id="6" name="Slide Number Placeholder 5">
            <a:extLst>
              <a:ext uri="{FF2B5EF4-FFF2-40B4-BE49-F238E27FC236}">
                <a16:creationId xmlns:a16="http://schemas.microsoft.com/office/drawing/2014/main" id="{F213D571-11A7-DD94-7FC4-0B966AE9D21E}"/>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6</a:t>
            </a:fld>
            <a:endParaRPr lang="en-US"/>
          </a:p>
        </p:txBody>
      </p:sp>
    </p:spTree>
    <p:extLst>
      <p:ext uri="{BB962C8B-B14F-4D97-AF65-F5344CB8AC3E}">
        <p14:creationId xmlns:p14="http://schemas.microsoft.com/office/powerpoint/2010/main" val="592901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10BBE-6B4D-BDF3-DEF2-3CCEFA907F1A}"/>
              </a:ext>
            </a:extLst>
          </p:cNvPr>
          <p:cNvSpPr>
            <a:spLocks noGrp="1"/>
          </p:cNvSpPr>
          <p:nvPr>
            <p:ph type="title"/>
          </p:nvPr>
        </p:nvSpPr>
        <p:spPr>
          <a:xfrm>
            <a:off x="381001" y="685801"/>
            <a:ext cx="6857999" cy="914400"/>
          </a:xfrm>
        </p:spPr>
        <p:txBody>
          <a:bodyPr anchor="t">
            <a:normAutofit/>
          </a:bodyPr>
          <a:lstStyle/>
          <a:p>
            <a:r>
              <a:rPr lang="en-US"/>
              <a:t>The Business Challenge</a:t>
            </a:r>
          </a:p>
        </p:txBody>
      </p:sp>
      <p:sp>
        <p:nvSpPr>
          <p:cNvPr id="4" name="Content Placeholder 3">
            <a:extLst>
              <a:ext uri="{FF2B5EF4-FFF2-40B4-BE49-F238E27FC236}">
                <a16:creationId xmlns:a16="http://schemas.microsoft.com/office/drawing/2014/main" id="{5A377F3A-DFE9-46B3-5F9A-BE8F7B95DF2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1000" y="1760954"/>
            <a:ext cx="6858000" cy="4411245"/>
          </a:xfrm>
        </p:spPr>
        <p:txBody>
          <a:bodyPr>
            <a:normAutofit/>
          </a:bodyPr>
          <a:lstStyle/>
          <a:p>
            <a:pPr marL="0" lvl="0" indent="0">
              <a:spcBef>
                <a:spcPts val="2500"/>
              </a:spcBef>
              <a:buFont typeface="Arial" panose="020B0604020202020204" pitchFamily="34" charset="0"/>
              <a:buNone/>
            </a:pPr>
            <a:r>
              <a:rPr lang="en-US" b="1"/>
              <a:t>Fragmented AI Tool Usage</a:t>
            </a:r>
          </a:p>
          <a:p>
            <a:pPr marL="0" lvl="1" indent="0">
              <a:buFont typeface="Arial" panose="020B0604020202020204" pitchFamily="34" charset="0"/>
              <a:buNone/>
            </a:pPr>
            <a:r>
              <a:rPr lang="en-US"/>
              <a:t>Users rely on multiple AI applications causing duplicated prompts and lost conversational context.</a:t>
            </a:r>
          </a:p>
          <a:p>
            <a:pPr marL="0" lvl="0" indent="0">
              <a:spcBef>
                <a:spcPts val="2500"/>
              </a:spcBef>
              <a:buFont typeface="Arial" panose="020B0604020202020204" pitchFamily="34" charset="0"/>
              <a:buNone/>
            </a:pPr>
            <a:r>
              <a:rPr lang="en-US" b="1"/>
              <a:t>Security and Compliance Risks</a:t>
            </a:r>
          </a:p>
          <a:p>
            <a:pPr marL="0" lvl="1" indent="0">
              <a:buFont typeface="Arial" panose="020B0604020202020204" pitchFamily="34" charset="0"/>
              <a:buNone/>
            </a:pPr>
            <a:r>
              <a:rPr lang="en-US"/>
              <a:t>Each AI tool has separate authentication, data policies, and vendor lock-in risks increasing security exposure.</a:t>
            </a:r>
          </a:p>
          <a:p>
            <a:pPr marL="0" lvl="0" indent="0">
              <a:spcBef>
                <a:spcPts val="2500"/>
              </a:spcBef>
              <a:buFont typeface="Arial" panose="020B0604020202020204" pitchFamily="34" charset="0"/>
              <a:buNone/>
            </a:pPr>
            <a:r>
              <a:rPr lang="en-US" b="1"/>
              <a:t>Governance and Cost Challenges</a:t>
            </a:r>
          </a:p>
          <a:p>
            <a:pPr marL="0" lvl="1" indent="0">
              <a:buFont typeface="Arial" panose="020B0604020202020204" pitchFamily="34" charset="0"/>
              <a:buNone/>
            </a:pPr>
            <a:r>
              <a:rPr lang="en-US"/>
              <a:t>Fragmentation leads to governance difficulties and unpredictable costs across tools in organizations.</a:t>
            </a:r>
          </a:p>
          <a:p>
            <a:pPr marL="0" lvl="0" indent="0">
              <a:spcBef>
                <a:spcPts val="2500"/>
              </a:spcBef>
              <a:buFont typeface="Arial" panose="020B0604020202020204" pitchFamily="34" charset="0"/>
              <a:buNone/>
            </a:pPr>
            <a:r>
              <a:rPr lang="en-US" b="1"/>
              <a:t>Reduced Productivity</a:t>
            </a:r>
          </a:p>
          <a:p>
            <a:pPr marL="0" lvl="1" indent="0">
              <a:buFont typeface="Arial" panose="020B0604020202020204" pitchFamily="34" charset="0"/>
              <a:buNone/>
            </a:pPr>
            <a:r>
              <a:rPr lang="en-US"/>
              <a:t>Users waste time switching tabs and transferring outputs, lowering overall work efficiency.</a:t>
            </a:r>
          </a:p>
        </p:txBody>
      </p:sp>
      <p:pic>
        <p:nvPicPr>
          <p:cNvPr id="8" name="Content Placeholder 7" descr="Digital Media. Video wall concept">
            <a:extLst>
              <a:ext uri="{FF2B5EF4-FFF2-40B4-BE49-F238E27FC236}">
                <a16:creationId xmlns:a16="http://schemas.microsoft.com/office/drawing/2014/main" id="{D5997ABF-02DB-4B4C-8C85-2EFBF75B47F3}"/>
              </a:ext>
            </a:extLst>
          </p:cNvPr>
          <p:cNvPicPr>
            <a:picLocks noGrp="1" noChangeAspect="1"/>
          </p:cNvPicPr>
          <p:nvPr>
            <p:ph type="pic" sz="quarter" idx="15"/>
          </p:nvPr>
        </p:nvPicPr>
        <p:blipFill>
          <a:blip r:embed="rId3"/>
          <a:srcRect l="25587" r="32505" b="-2"/>
          <a:stretch>
            <a:fillRect/>
          </a:stretch>
        </p:blipFill>
        <p:spPr>
          <a:xfrm>
            <a:off x="8382000" y="152400"/>
            <a:ext cx="3657600" cy="6545835"/>
          </a:xfrm>
        </p:spPr>
      </p:pic>
      <p:sp>
        <p:nvSpPr>
          <p:cNvPr id="5" name="Footer Placeholder 4">
            <a:extLst>
              <a:ext uri="{FF2B5EF4-FFF2-40B4-BE49-F238E27FC236}">
                <a16:creationId xmlns:a16="http://schemas.microsoft.com/office/drawing/2014/main" id="{1FDBA701-08FE-D478-E39C-8111B3CA6BE3}"/>
              </a:ext>
            </a:extLst>
          </p:cNvPr>
          <p:cNvSpPr>
            <a:spLocks noGrp="1"/>
          </p:cNvSpPr>
          <p:nvPr>
            <p:ph type="ftr" sz="quarter" idx="17"/>
          </p:nvPr>
        </p:nvSpPr>
        <p:spPr>
          <a:xfrm>
            <a:off x="381000" y="6347057"/>
            <a:ext cx="3200400"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CC2C3ECD-C66F-FA67-861A-0E6B93EE2A5C}"/>
              </a:ext>
            </a:extLst>
          </p:cNvPr>
          <p:cNvSpPr>
            <a:spLocks noGrp="1"/>
          </p:cNvSpPr>
          <p:nvPr>
            <p:ph type="dt" sz="half" idx="16"/>
          </p:nvPr>
        </p:nvSpPr>
        <p:spPr>
          <a:xfrm>
            <a:off x="5819829" y="6340475"/>
            <a:ext cx="1800171" cy="365125"/>
          </a:xfrm>
        </p:spPr>
        <p:txBody>
          <a:bodyPr anchor="ctr">
            <a:normAutofit/>
          </a:bodyPr>
          <a:lstStyle/>
          <a:p>
            <a:pPr>
              <a:spcAft>
                <a:spcPts val="600"/>
              </a:spcAft>
            </a:pPr>
            <a:fld id="{A4EF2610-7DF8-C942-A8A1-C05E61FE4E13}" type="datetime1">
              <a:rPr lang="en-US" smtClean="0"/>
              <a:pPr>
                <a:spcAft>
                  <a:spcPts val="600"/>
                </a:spcAft>
              </a:pPr>
              <a:t>7/16/2026</a:t>
            </a:fld>
            <a:endParaRPr lang="en-US"/>
          </a:p>
        </p:txBody>
      </p:sp>
      <p:sp>
        <p:nvSpPr>
          <p:cNvPr id="7" name="Slide Number Placeholder 6">
            <a:extLst>
              <a:ext uri="{FF2B5EF4-FFF2-40B4-BE49-F238E27FC236}">
                <a16:creationId xmlns:a16="http://schemas.microsoft.com/office/drawing/2014/main" id="{B76CDB3D-2BAF-F3AB-80AA-232D35317097}"/>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7</a:t>
            </a:fld>
            <a:endParaRPr lang="en-US"/>
          </a:p>
        </p:txBody>
      </p:sp>
    </p:spTree>
    <p:extLst>
      <p:ext uri="{BB962C8B-B14F-4D97-AF65-F5344CB8AC3E}">
        <p14:creationId xmlns:p14="http://schemas.microsoft.com/office/powerpoint/2010/main" val="21616710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80F30-1307-DA6D-6F1F-4ABF22D7F5D0}"/>
              </a:ext>
            </a:extLst>
          </p:cNvPr>
          <p:cNvSpPr>
            <a:spLocks noGrp="1"/>
          </p:cNvSpPr>
          <p:nvPr>
            <p:ph type="ctrTitle"/>
          </p:nvPr>
        </p:nvSpPr>
        <p:spPr>
          <a:xfrm>
            <a:off x="381000" y="1600200"/>
            <a:ext cx="11430000" cy="4572000"/>
          </a:xfrm>
        </p:spPr>
        <p:txBody>
          <a:bodyPr anchor="b">
            <a:normAutofit/>
          </a:bodyPr>
          <a:lstStyle/>
          <a:p>
            <a:r>
              <a:rPr lang="en-US"/>
              <a:t>Solution Overview</a:t>
            </a:r>
          </a:p>
        </p:txBody>
      </p:sp>
      <p:sp>
        <p:nvSpPr>
          <p:cNvPr id="4" name="Footer Placeholder 3">
            <a:extLst>
              <a:ext uri="{FF2B5EF4-FFF2-40B4-BE49-F238E27FC236}">
                <a16:creationId xmlns:a16="http://schemas.microsoft.com/office/drawing/2014/main" id="{98ACF2E8-BE89-4592-381C-00DED7016716}"/>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01A2D67B-5314-325F-5156-517B5BB8564D}"/>
              </a:ext>
            </a:extLst>
          </p:cNvPr>
          <p:cNvSpPr>
            <a:spLocks noGrp="1"/>
          </p:cNvSpPr>
          <p:nvPr>
            <p:ph type="dt" sz="half" idx="10"/>
          </p:nvPr>
        </p:nvSpPr>
        <p:spPr>
          <a:xfrm>
            <a:off x="9525000" y="6340475"/>
            <a:ext cx="1800171" cy="365125"/>
          </a:xfrm>
        </p:spPr>
        <p:txBody>
          <a:bodyPr anchor="ctr">
            <a:normAutofit/>
          </a:bodyPr>
          <a:lstStyle/>
          <a:p>
            <a:pPr>
              <a:spcAft>
                <a:spcPts val="600"/>
              </a:spcAft>
            </a:pPr>
            <a:fld id="{F7F4CBCF-2EA5-5248-B352-49E9FE7B89CF}" type="datetime1">
              <a:rPr lang="en-US" smtClean="0"/>
              <a:pPr>
                <a:spcAft>
                  <a:spcPts val="600"/>
                </a:spcAft>
              </a:pPr>
              <a:t>7/16/2026</a:t>
            </a:fld>
            <a:endParaRPr lang="en-US"/>
          </a:p>
        </p:txBody>
      </p:sp>
      <p:sp>
        <p:nvSpPr>
          <p:cNvPr id="6" name="Slide Number Placeholder 5">
            <a:extLst>
              <a:ext uri="{FF2B5EF4-FFF2-40B4-BE49-F238E27FC236}">
                <a16:creationId xmlns:a16="http://schemas.microsoft.com/office/drawing/2014/main" id="{EB586D31-37FF-A804-D780-3FD7E914F4DE}"/>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8</a:t>
            </a:fld>
            <a:endParaRPr lang="en-US"/>
          </a:p>
        </p:txBody>
      </p:sp>
    </p:spTree>
    <p:extLst>
      <p:ext uri="{BB962C8B-B14F-4D97-AF65-F5344CB8AC3E}">
        <p14:creationId xmlns:p14="http://schemas.microsoft.com/office/powerpoint/2010/main" val="11594663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430E8-F9DF-D644-BA6B-CB79FA8CFCF8}"/>
              </a:ext>
            </a:extLst>
          </p:cNvPr>
          <p:cNvSpPr>
            <a:spLocks noGrp="1"/>
          </p:cNvSpPr>
          <p:nvPr>
            <p:ph type="title"/>
          </p:nvPr>
        </p:nvSpPr>
        <p:spPr>
          <a:xfrm>
            <a:off x="381000" y="709099"/>
            <a:ext cx="4572000" cy="1348301"/>
          </a:xfrm>
        </p:spPr>
        <p:txBody>
          <a:bodyPr anchor="t">
            <a:normAutofit/>
          </a:bodyPr>
          <a:lstStyle/>
          <a:p>
            <a:r>
              <a:rPr lang="en-US"/>
              <a:t>GETSMART Platform Overview</a:t>
            </a:r>
          </a:p>
        </p:txBody>
      </p:sp>
      <p:pic>
        <p:nvPicPr>
          <p:cNvPr id="8" name="Content Placeholder 7" descr="A computer futuristic digital program hud interface with a personal control system over a network, in which the computer uses the interface to interact with the user.">
            <a:extLst>
              <a:ext uri="{FF2B5EF4-FFF2-40B4-BE49-F238E27FC236}">
                <a16:creationId xmlns:a16="http://schemas.microsoft.com/office/drawing/2014/main" id="{6A9B75BC-C012-416E-B801-4AC2D216EFC2}"/>
              </a:ext>
            </a:extLst>
          </p:cNvPr>
          <p:cNvPicPr>
            <a:picLocks noGrp="1" noChangeAspect="1"/>
          </p:cNvPicPr>
          <p:nvPr>
            <p:ph type="pic" sz="quarter" idx="15"/>
          </p:nvPr>
        </p:nvPicPr>
        <p:blipFill>
          <a:blip r:embed="rId3"/>
          <a:srcRect l="12960" r="19215" b="3"/>
          <a:stretch>
            <a:fillRect/>
          </a:stretch>
        </p:blipFill>
        <p:spPr>
          <a:xfrm>
            <a:off x="387926" y="2590800"/>
            <a:ext cx="4578206" cy="3560521"/>
          </a:xfrm>
        </p:spPr>
      </p:pic>
      <p:sp>
        <p:nvSpPr>
          <p:cNvPr id="4" name="Content Placeholder 3">
            <a:extLst>
              <a:ext uri="{FF2B5EF4-FFF2-40B4-BE49-F238E27FC236}">
                <a16:creationId xmlns:a16="http://schemas.microsoft.com/office/drawing/2014/main" id="{8ACEADE5-8660-07A0-799F-8A56123709C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38800" y="706803"/>
            <a:ext cx="6172200" cy="5465398"/>
          </a:xfrm>
        </p:spPr>
        <p:txBody>
          <a:bodyPr>
            <a:normAutofit/>
          </a:bodyPr>
          <a:lstStyle/>
          <a:p>
            <a:pPr marL="0" lvl="0" indent="0">
              <a:spcBef>
                <a:spcPts val="2500"/>
              </a:spcBef>
              <a:buFont typeface="Arial" panose="020B0604020202020204" pitchFamily="34" charset="0"/>
              <a:buNone/>
            </a:pPr>
            <a:r>
              <a:rPr lang="en-US" b="1"/>
              <a:t>AI Chat Module</a:t>
            </a:r>
          </a:p>
          <a:p>
            <a:pPr marL="0" lvl="1" indent="0">
              <a:buFont typeface="Arial" panose="020B0604020202020204" pitchFamily="34" charset="0"/>
              <a:buNone/>
            </a:pPr>
            <a:r>
              <a:rPr lang="en-US"/>
              <a:t>Provides threaded, streaming conversations to support exploratory thinking and effective problem solving.</a:t>
            </a:r>
          </a:p>
          <a:p>
            <a:pPr marL="0" lvl="0" indent="0">
              <a:spcBef>
                <a:spcPts val="2500"/>
              </a:spcBef>
              <a:buFont typeface="Arial" panose="020B0604020202020204" pitchFamily="34" charset="0"/>
              <a:buNone/>
            </a:pPr>
            <a:r>
              <a:rPr lang="en-US" b="1"/>
              <a:t>AI Planner Module</a:t>
            </a:r>
          </a:p>
          <a:p>
            <a:pPr marL="0" lvl="1" indent="0">
              <a:buFont typeface="Arial" panose="020B0604020202020204" pitchFamily="34" charset="0"/>
              <a:buNone/>
            </a:pPr>
            <a:r>
              <a:rPr lang="en-US"/>
              <a:t>Transforms goals into structured plans with actionable time blocks for day, week, month, or year.</a:t>
            </a:r>
          </a:p>
          <a:p>
            <a:pPr marL="0" lvl="0" indent="0">
              <a:spcBef>
                <a:spcPts val="2500"/>
              </a:spcBef>
              <a:buFont typeface="Arial" panose="020B0604020202020204" pitchFamily="34" charset="0"/>
              <a:buNone/>
            </a:pPr>
            <a:r>
              <a:rPr lang="en-US" b="1"/>
              <a:t>Task Research Module</a:t>
            </a:r>
          </a:p>
          <a:p>
            <a:pPr marL="0" lvl="1" indent="0">
              <a:buFont typeface="Arial" panose="020B0604020202020204" pitchFamily="34" charset="0"/>
              <a:buNone/>
            </a:pPr>
            <a:r>
              <a:rPr lang="en-US"/>
              <a:t>Generates long-form, sectioned research reports with references for deeper analysis without manual work.</a:t>
            </a:r>
          </a:p>
          <a:p>
            <a:pPr marL="0" lvl="0" indent="0">
              <a:spcBef>
                <a:spcPts val="2500"/>
              </a:spcBef>
              <a:buFont typeface="Arial" panose="020B0604020202020204" pitchFamily="34" charset="0"/>
              <a:buNone/>
            </a:pPr>
            <a:r>
              <a:rPr lang="en-US" b="1"/>
              <a:t>Document Assistant &amp; Smart Notes</a:t>
            </a:r>
          </a:p>
          <a:p>
            <a:pPr marL="0" lvl="1" indent="0">
              <a:buFont typeface="Arial" panose="020B0604020202020204" pitchFamily="34" charset="0"/>
              <a:buNone/>
            </a:pPr>
            <a:r>
              <a:rPr lang="en-US"/>
              <a:t>Allows PDF uploads for Q&amp;A, summarization, extraction, and offers AI-assisted markdown editing for content enhancement.</a:t>
            </a:r>
          </a:p>
        </p:txBody>
      </p:sp>
      <p:sp>
        <p:nvSpPr>
          <p:cNvPr id="5" name="Footer Placeholder 4">
            <a:extLst>
              <a:ext uri="{FF2B5EF4-FFF2-40B4-BE49-F238E27FC236}">
                <a16:creationId xmlns:a16="http://schemas.microsoft.com/office/drawing/2014/main" id="{D4106306-6932-0FE1-F977-D44ACC4DCFD7}"/>
              </a:ext>
            </a:extLst>
          </p:cNvPr>
          <p:cNvSpPr>
            <a:spLocks noGrp="1"/>
          </p:cNvSpPr>
          <p:nvPr>
            <p:ph type="ftr" sz="quarter" idx="17"/>
          </p:nvPr>
        </p:nvSpPr>
        <p:spPr>
          <a:xfrm>
            <a:off x="381000" y="6347057"/>
            <a:ext cx="3200400"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AFBBD4C2-7C47-2DBD-9720-2FDFBE6D6B54}"/>
              </a:ext>
            </a:extLst>
          </p:cNvPr>
          <p:cNvSpPr>
            <a:spLocks noGrp="1"/>
          </p:cNvSpPr>
          <p:nvPr>
            <p:ph type="dt" sz="half" idx="16"/>
          </p:nvPr>
        </p:nvSpPr>
        <p:spPr>
          <a:xfrm>
            <a:off x="9525000" y="6340475"/>
            <a:ext cx="1800171" cy="365125"/>
          </a:xfrm>
        </p:spPr>
        <p:txBody>
          <a:bodyPr anchor="ctr">
            <a:normAutofit/>
          </a:bodyPr>
          <a:lstStyle/>
          <a:p>
            <a:pPr>
              <a:spcAft>
                <a:spcPts val="600"/>
              </a:spcAft>
            </a:pPr>
            <a:fld id="{A4EF2610-7DF8-C942-A8A1-C05E61FE4E13}" type="datetime1">
              <a:rPr lang="en-US" smtClean="0"/>
              <a:pPr>
                <a:spcAft>
                  <a:spcPts val="600"/>
                </a:spcAft>
              </a:pPr>
              <a:t>7/16/2026</a:t>
            </a:fld>
            <a:endParaRPr lang="en-US"/>
          </a:p>
        </p:txBody>
      </p:sp>
      <p:sp>
        <p:nvSpPr>
          <p:cNvPr id="7" name="Slide Number Placeholder 6">
            <a:extLst>
              <a:ext uri="{FF2B5EF4-FFF2-40B4-BE49-F238E27FC236}">
                <a16:creationId xmlns:a16="http://schemas.microsoft.com/office/drawing/2014/main" id="{58928ECF-8A42-35D5-3FCE-4DC01C054959}"/>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9</a:t>
            </a:fld>
            <a:endParaRPr lang="en-US"/>
          </a:p>
        </p:txBody>
      </p:sp>
    </p:spTree>
    <p:extLst>
      <p:ext uri="{BB962C8B-B14F-4D97-AF65-F5344CB8AC3E}">
        <p14:creationId xmlns:p14="http://schemas.microsoft.com/office/powerpoint/2010/main" val="6685388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AE537-A301-0939-6CAA-2AEBF7FBD57C}"/>
              </a:ext>
            </a:extLst>
          </p:cNvPr>
          <p:cNvSpPr>
            <a:spLocks noGrp="1"/>
          </p:cNvSpPr>
          <p:nvPr>
            <p:ph type="ctrTitle"/>
          </p:nvPr>
        </p:nvSpPr>
        <p:spPr>
          <a:xfrm>
            <a:off x="381000" y="1600200"/>
            <a:ext cx="11430000" cy="4572000"/>
          </a:xfrm>
        </p:spPr>
        <p:txBody>
          <a:bodyPr anchor="b">
            <a:normAutofit/>
          </a:bodyPr>
          <a:lstStyle/>
          <a:p>
            <a:r>
              <a:rPr lang="en-US" dirty="0"/>
              <a:t>Live Demo Walkthrough</a:t>
            </a:r>
          </a:p>
        </p:txBody>
      </p:sp>
      <p:sp>
        <p:nvSpPr>
          <p:cNvPr id="4" name="Footer Placeholder 3">
            <a:extLst>
              <a:ext uri="{FF2B5EF4-FFF2-40B4-BE49-F238E27FC236}">
                <a16:creationId xmlns:a16="http://schemas.microsoft.com/office/drawing/2014/main" id="{265EBED3-49A0-9027-97FA-D02D243DF999}"/>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948FAA1C-39DB-8A6D-6888-BE9186231A18}"/>
              </a:ext>
            </a:extLst>
          </p:cNvPr>
          <p:cNvSpPr>
            <a:spLocks noGrp="1"/>
          </p:cNvSpPr>
          <p:nvPr>
            <p:ph type="dt" sz="half" idx="10"/>
          </p:nvPr>
        </p:nvSpPr>
        <p:spPr>
          <a:xfrm>
            <a:off x="9525000" y="6340475"/>
            <a:ext cx="1800171" cy="365125"/>
          </a:xfrm>
        </p:spPr>
        <p:txBody>
          <a:bodyPr anchor="ctr">
            <a:normAutofit/>
          </a:bodyPr>
          <a:lstStyle/>
          <a:p>
            <a:pPr>
              <a:spcAft>
                <a:spcPts val="600"/>
              </a:spcAft>
            </a:pPr>
            <a:fld id="{F7F4CBCF-2EA5-5248-B352-49E9FE7B89CF}" type="datetime1">
              <a:rPr lang="en-US" smtClean="0"/>
              <a:pPr>
                <a:spcAft>
                  <a:spcPts val="600"/>
                </a:spcAft>
              </a:pPr>
              <a:t>7/16/2026</a:t>
            </a:fld>
            <a:endParaRPr lang="en-US"/>
          </a:p>
        </p:txBody>
      </p:sp>
      <p:sp>
        <p:nvSpPr>
          <p:cNvPr id="6" name="Slide Number Placeholder 5">
            <a:extLst>
              <a:ext uri="{FF2B5EF4-FFF2-40B4-BE49-F238E27FC236}">
                <a16:creationId xmlns:a16="http://schemas.microsoft.com/office/drawing/2014/main" id="{533329AA-B6A2-00E4-F2A6-19386F90C213}"/>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10</a:t>
            </a:fld>
            <a:endParaRPr lang="en-US"/>
          </a:p>
        </p:txBody>
      </p:sp>
    </p:spTree>
    <p:extLst>
      <p:ext uri="{BB962C8B-B14F-4D97-AF65-F5344CB8AC3E}">
        <p14:creationId xmlns:p14="http://schemas.microsoft.com/office/powerpoint/2010/main" val="24146431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15F56-021D-14B2-7F89-DD2C67061AD2}"/>
              </a:ext>
            </a:extLst>
          </p:cNvPr>
          <p:cNvSpPr>
            <a:spLocks noGrp="1"/>
          </p:cNvSpPr>
          <p:nvPr>
            <p:ph type="title"/>
          </p:nvPr>
        </p:nvSpPr>
        <p:spPr>
          <a:xfrm>
            <a:off x="381001" y="685800"/>
            <a:ext cx="11423900" cy="903162"/>
          </a:xfrm>
        </p:spPr>
        <p:txBody>
          <a:bodyPr anchor="t">
            <a:normAutofit/>
          </a:bodyPr>
          <a:lstStyle/>
          <a:p>
            <a:r>
              <a:rPr lang="en-US"/>
              <a:t>Prototype Walkthrough Flow</a:t>
            </a:r>
          </a:p>
        </p:txBody>
      </p:sp>
      <p:sp>
        <p:nvSpPr>
          <p:cNvPr id="4" name="Content Placeholder 3">
            <a:extLst>
              <a:ext uri="{FF2B5EF4-FFF2-40B4-BE49-F238E27FC236}">
                <a16:creationId xmlns:a16="http://schemas.microsoft.com/office/drawing/2014/main" id="{FE5D18F4-C18D-582B-48DE-A20A9FC5C9D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1000" y="1828800"/>
            <a:ext cx="3886200" cy="4343399"/>
          </a:xfrm>
        </p:spPr>
        <p:txBody>
          <a:bodyPr>
            <a:normAutofit/>
          </a:bodyPr>
          <a:lstStyle/>
          <a:p>
            <a:pPr marL="0" lvl="0" indent="0">
              <a:lnSpc>
                <a:spcPct val="110000"/>
              </a:lnSpc>
              <a:spcBef>
                <a:spcPts val="2500"/>
              </a:spcBef>
              <a:buFont typeface="Arial" panose="020B0604020202020204" pitchFamily="34" charset="0"/>
              <a:buNone/>
            </a:pPr>
            <a:r>
              <a:rPr lang="en-US" sz="1200" b="1"/>
              <a:t>Unified Workspace Overview</a:t>
            </a:r>
          </a:p>
          <a:p>
            <a:pPr marL="0" lvl="1" indent="0">
              <a:lnSpc>
                <a:spcPct val="110000"/>
              </a:lnSpc>
              <a:buFont typeface="Arial" panose="020B0604020202020204" pitchFamily="34" charset="0"/>
              <a:buNone/>
            </a:pPr>
            <a:r>
              <a:rPr lang="en-US" sz="1200"/>
              <a:t>The demo starts on the home page with a five-module grid highlighting a seamless, integrated workspace.</a:t>
            </a:r>
          </a:p>
          <a:p>
            <a:pPr marL="0" lvl="0" indent="0">
              <a:lnSpc>
                <a:spcPct val="110000"/>
              </a:lnSpc>
              <a:spcBef>
                <a:spcPts val="2500"/>
              </a:spcBef>
              <a:buFont typeface="Arial" panose="020B0604020202020204" pitchFamily="34" charset="0"/>
              <a:buNone/>
            </a:pPr>
            <a:r>
              <a:rPr lang="en-US" sz="1200" b="1"/>
              <a:t>AI Chat and Real-time Interaction</a:t>
            </a:r>
          </a:p>
          <a:p>
            <a:pPr marL="0" lvl="1" indent="0">
              <a:lnSpc>
                <a:spcPct val="110000"/>
              </a:lnSpc>
              <a:buFont typeface="Arial" panose="020B0604020202020204" pitchFamily="34" charset="0"/>
              <a:buNone/>
            </a:pPr>
            <a:r>
              <a:rPr lang="en-US" sz="1200"/>
              <a:t>AI Chat module demonstrates live streaming responses and rich markdown rendering for dynamic communication.</a:t>
            </a:r>
          </a:p>
          <a:p>
            <a:pPr marL="0" lvl="0" indent="0">
              <a:lnSpc>
                <a:spcPct val="110000"/>
              </a:lnSpc>
              <a:spcBef>
                <a:spcPts val="2500"/>
              </a:spcBef>
              <a:buFont typeface="Arial" panose="020B0604020202020204" pitchFamily="34" charset="0"/>
              <a:buNone/>
            </a:pPr>
            <a:r>
              <a:rPr lang="en-US" sz="1200" b="1"/>
              <a:t>Planner Module for Goal Setting</a:t>
            </a:r>
          </a:p>
          <a:p>
            <a:pPr marL="0" lvl="1" indent="0">
              <a:lnSpc>
                <a:spcPct val="110000"/>
              </a:lnSpc>
              <a:buFont typeface="Arial" panose="020B0604020202020204" pitchFamily="34" charset="0"/>
              <a:buNone/>
            </a:pPr>
            <a:r>
              <a:rPr lang="en-US" sz="1200"/>
              <a:t>Planner generates structured AI-driven plans from concrete goals to organize tasks effectively.</a:t>
            </a:r>
          </a:p>
          <a:p>
            <a:pPr marL="0" lvl="0" indent="0">
              <a:lnSpc>
                <a:spcPct val="110000"/>
              </a:lnSpc>
              <a:spcBef>
                <a:spcPts val="2500"/>
              </a:spcBef>
              <a:buFont typeface="Arial" panose="020B0604020202020204" pitchFamily="34" charset="0"/>
              <a:buNone/>
            </a:pPr>
            <a:r>
              <a:rPr lang="en-US" sz="1200" b="1"/>
              <a:t>Research and Document Assistance</a:t>
            </a:r>
          </a:p>
          <a:p>
            <a:pPr marL="0" lvl="1" indent="0">
              <a:lnSpc>
                <a:spcPct val="110000"/>
              </a:lnSpc>
              <a:buFont typeface="Arial" panose="020B0604020202020204" pitchFamily="34" charset="0"/>
              <a:buNone/>
            </a:pPr>
            <a:r>
              <a:rPr lang="en-US" sz="1200"/>
              <a:t>Research module creates detailed reports with clear sections, while Document Assistant supports PDF upload and question answering.</a:t>
            </a:r>
          </a:p>
        </p:txBody>
      </p:sp>
      <p:pic>
        <p:nvPicPr>
          <p:cNvPr id="8" name="Content Placeholder 7" descr="Social media and people 4K">
            <a:extLst>
              <a:ext uri="{FF2B5EF4-FFF2-40B4-BE49-F238E27FC236}">
                <a16:creationId xmlns:a16="http://schemas.microsoft.com/office/drawing/2014/main" id="{CCB5286B-40C8-4264-9326-5F1365BA4C08}"/>
              </a:ext>
            </a:extLst>
          </p:cNvPr>
          <p:cNvPicPr>
            <a:picLocks noGrp="1" noChangeAspect="1"/>
          </p:cNvPicPr>
          <p:nvPr>
            <p:ph type="pic" sz="quarter" idx="15"/>
          </p:nvPr>
        </p:nvPicPr>
        <p:blipFill>
          <a:blip r:embed="rId3"/>
          <a:srcRect r="16985" b="1"/>
          <a:stretch>
            <a:fillRect/>
          </a:stretch>
        </p:blipFill>
        <p:spPr>
          <a:xfrm>
            <a:off x="5410200" y="1831970"/>
            <a:ext cx="6400800" cy="4337059"/>
          </a:xfrm>
        </p:spPr>
      </p:pic>
      <p:sp>
        <p:nvSpPr>
          <p:cNvPr id="5" name="Footer Placeholder 4">
            <a:extLst>
              <a:ext uri="{FF2B5EF4-FFF2-40B4-BE49-F238E27FC236}">
                <a16:creationId xmlns:a16="http://schemas.microsoft.com/office/drawing/2014/main" id="{BD63863C-C782-90D7-C2D6-A7C31EC78068}"/>
              </a:ext>
            </a:extLst>
          </p:cNvPr>
          <p:cNvSpPr>
            <a:spLocks noGrp="1"/>
          </p:cNvSpPr>
          <p:nvPr>
            <p:ph type="ftr" sz="quarter" idx="17"/>
          </p:nvPr>
        </p:nvSpPr>
        <p:spPr>
          <a:xfrm>
            <a:off x="381000" y="6347057"/>
            <a:ext cx="3200400"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546E9DD4-0A10-61D7-93CD-ECC43BBADEBC}"/>
              </a:ext>
            </a:extLst>
          </p:cNvPr>
          <p:cNvSpPr>
            <a:spLocks noGrp="1"/>
          </p:cNvSpPr>
          <p:nvPr>
            <p:ph type="dt" sz="half" idx="16"/>
          </p:nvPr>
        </p:nvSpPr>
        <p:spPr>
          <a:xfrm>
            <a:off x="9525000" y="6340475"/>
            <a:ext cx="1800171" cy="365125"/>
          </a:xfrm>
        </p:spPr>
        <p:txBody>
          <a:bodyPr anchor="ctr">
            <a:normAutofit/>
          </a:bodyPr>
          <a:lstStyle/>
          <a:p>
            <a:pPr>
              <a:spcAft>
                <a:spcPts val="600"/>
              </a:spcAft>
            </a:pPr>
            <a:fld id="{A4EF2610-7DF8-C942-A8A1-C05E61FE4E13}" type="datetime1">
              <a:rPr lang="en-US" smtClean="0"/>
              <a:pPr>
                <a:spcAft>
                  <a:spcPts val="600"/>
                </a:spcAft>
              </a:pPr>
              <a:t>7/16/2026</a:t>
            </a:fld>
            <a:endParaRPr lang="en-US"/>
          </a:p>
        </p:txBody>
      </p:sp>
      <p:sp>
        <p:nvSpPr>
          <p:cNvPr id="7" name="Slide Number Placeholder 6">
            <a:extLst>
              <a:ext uri="{FF2B5EF4-FFF2-40B4-BE49-F238E27FC236}">
                <a16:creationId xmlns:a16="http://schemas.microsoft.com/office/drawing/2014/main" id="{7954317F-44B0-C052-376A-892C400C7A2A}"/>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11</a:t>
            </a:fld>
            <a:endParaRPr lang="en-US"/>
          </a:p>
        </p:txBody>
      </p:sp>
    </p:spTree>
    <p:extLst>
      <p:ext uri="{BB962C8B-B14F-4D97-AF65-F5344CB8AC3E}">
        <p14:creationId xmlns:p14="http://schemas.microsoft.com/office/powerpoint/2010/main" val="37105466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FFDF0-AB47-9D1D-D8A3-3CF797FEF8AC}"/>
              </a:ext>
            </a:extLst>
          </p:cNvPr>
          <p:cNvSpPr>
            <a:spLocks noGrp="1"/>
          </p:cNvSpPr>
          <p:nvPr>
            <p:ph type="ctrTitle"/>
          </p:nvPr>
        </p:nvSpPr>
        <p:spPr>
          <a:xfrm>
            <a:off x="381000" y="1600200"/>
            <a:ext cx="11430000" cy="4572000"/>
          </a:xfrm>
        </p:spPr>
        <p:txBody>
          <a:bodyPr anchor="b">
            <a:normAutofit/>
          </a:bodyPr>
          <a:lstStyle/>
          <a:p>
            <a:r>
              <a:rPr lang="en-US"/>
              <a:t>Architecture and Technology</a:t>
            </a:r>
          </a:p>
        </p:txBody>
      </p:sp>
      <p:sp>
        <p:nvSpPr>
          <p:cNvPr id="4" name="Footer Placeholder 3">
            <a:extLst>
              <a:ext uri="{FF2B5EF4-FFF2-40B4-BE49-F238E27FC236}">
                <a16:creationId xmlns:a16="http://schemas.microsoft.com/office/drawing/2014/main" id="{E27D4CD9-0534-9C8A-F33A-B9BF63765419}"/>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A4CDC951-0808-9891-B9F4-CFAD3F1A025F}"/>
              </a:ext>
            </a:extLst>
          </p:cNvPr>
          <p:cNvSpPr>
            <a:spLocks noGrp="1"/>
          </p:cNvSpPr>
          <p:nvPr>
            <p:ph type="dt" sz="half" idx="10"/>
          </p:nvPr>
        </p:nvSpPr>
        <p:spPr>
          <a:xfrm>
            <a:off x="9525000" y="6340475"/>
            <a:ext cx="1800171" cy="365125"/>
          </a:xfrm>
        </p:spPr>
        <p:txBody>
          <a:bodyPr anchor="ctr">
            <a:normAutofit/>
          </a:bodyPr>
          <a:lstStyle/>
          <a:p>
            <a:pPr>
              <a:spcAft>
                <a:spcPts val="600"/>
              </a:spcAft>
            </a:pPr>
            <a:fld id="{F7F4CBCF-2EA5-5248-B352-49E9FE7B89CF}" type="datetime1">
              <a:rPr lang="en-US" smtClean="0"/>
              <a:pPr>
                <a:spcAft>
                  <a:spcPts val="600"/>
                </a:spcAft>
              </a:pPr>
              <a:t>7/16/2026</a:t>
            </a:fld>
            <a:endParaRPr lang="en-US"/>
          </a:p>
        </p:txBody>
      </p:sp>
      <p:sp>
        <p:nvSpPr>
          <p:cNvPr id="6" name="Slide Number Placeholder 5">
            <a:extLst>
              <a:ext uri="{FF2B5EF4-FFF2-40B4-BE49-F238E27FC236}">
                <a16:creationId xmlns:a16="http://schemas.microsoft.com/office/drawing/2014/main" id="{75994BE1-2559-0507-4CC4-9E43D1B27423}"/>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12</a:t>
            </a:fld>
            <a:endParaRPr lang="en-US"/>
          </a:p>
        </p:txBody>
      </p:sp>
    </p:spTree>
    <p:extLst>
      <p:ext uri="{BB962C8B-B14F-4D97-AF65-F5344CB8AC3E}">
        <p14:creationId xmlns:p14="http://schemas.microsoft.com/office/powerpoint/2010/main" val="37117176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1601B-0DB3-3D25-A1A7-9F7F7D7A5F38}"/>
              </a:ext>
            </a:extLst>
          </p:cNvPr>
          <p:cNvSpPr>
            <a:spLocks noGrp="1"/>
          </p:cNvSpPr>
          <p:nvPr>
            <p:ph type="title"/>
          </p:nvPr>
        </p:nvSpPr>
        <p:spPr>
          <a:xfrm>
            <a:off x="381000" y="691835"/>
            <a:ext cx="11429999" cy="755965"/>
          </a:xfrm>
        </p:spPr>
        <p:txBody>
          <a:bodyPr anchor="t">
            <a:normAutofit/>
          </a:bodyPr>
          <a:lstStyle/>
          <a:p>
            <a:r>
              <a:rPr lang="en-US"/>
              <a:t>Solution Architecture Overview</a:t>
            </a:r>
          </a:p>
        </p:txBody>
      </p:sp>
      <p:sp>
        <p:nvSpPr>
          <p:cNvPr id="4" name="Footer Placeholder 3">
            <a:extLst>
              <a:ext uri="{FF2B5EF4-FFF2-40B4-BE49-F238E27FC236}">
                <a16:creationId xmlns:a16="http://schemas.microsoft.com/office/drawing/2014/main" id="{6BF9E055-94B2-3DAF-3102-B695968723A0}"/>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A9337FC1-C5CB-E171-742F-907C068F5F90}"/>
              </a:ext>
            </a:extLst>
          </p:cNvPr>
          <p:cNvSpPr>
            <a:spLocks noGrp="1"/>
          </p:cNvSpPr>
          <p:nvPr>
            <p:ph type="dt" sz="half" idx="10"/>
          </p:nvPr>
        </p:nvSpPr>
        <p:spPr>
          <a:xfrm>
            <a:off x="9525000" y="6340475"/>
            <a:ext cx="1800171" cy="365125"/>
          </a:xfrm>
        </p:spPr>
        <p:txBody>
          <a:bodyPr anchor="ctr">
            <a:normAutofit/>
          </a:bodyPr>
          <a:lstStyle/>
          <a:p>
            <a:pPr>
              <a:spcAft>
                <a:spcPts val="600"/>
              </a:spcAft>
            </a:pPr>
            <a:fld id="{192DDA33-D578-2640-B42E-CEBF81697F81}" type="datetime1">
              <a:rPr lang="en-US" smtClean="0"/>
              <a:pPr>
                <a:spcAft>
                  <a:spcPts val="600"/>
                </a:spcAft>
              </a:pPr>
              <a:t>7/16/2026</a:t>
            </a:fld>
            <a:endParaRPr lang="en-US"/>
          </a:p>
        </p:txBody>
      </p:sp>
      <p:sp>
        <p:nvSpPr>
          <p:cNvPr id="6" name="Slide Number Placeholder 5">
            <a:extLst>
              <a:ext uri="{FF2B5EF4-FFF2-40B4-BE49-F238E27FC236}">
                <a16:creationId xmlns:a16="http://schemas.microsoft.com/office/drawing/2014/main" id="{09C7A0C5-EBF2-214E-4BFF-FB9279F868BD}"/>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13</a:t>
            </a:fld>
            <a:endParaRPr lang="en-US"/>
          </a:p>
        </p:txBody>
      </p:sp>
      <p:graphicFrame>
        <p:nvGraphicFramePr>
          <p:cNvPr id="8" name="Content Placeholder 7">
            <a:extLst>
              <a:ext uri="{FF2B5EF4-FFF2-40B4-BE49-F238E27FC236}">
                <a16:creationId xmlns:a16="http://schemas.microsoft.com/office/drawing/2014/main" id="{6144F54A-E380-439C-87C3-56EAEE8F188D}"/>
              </a:ext>
            </a:extLst>
          </p:cNvPr>
          <p:cNvGraphicFramePr>
            <a:graphicFrameLocks noGrp="1"/>
          </p:cNvGraphicFramePr>
          <p:nvPr>
            <p:ph idx="1"/>
          </p:nvPr>
        </p:nvGraphicFramePr>
        <p:xfrm>
          <a:off x="380999" y="1818136"/>
          <a:ext cx="11430002" cy="3977694"/>
        </p:xfrm>
        <a:graphic>
          <a:graphicData uri="http://schemas.openxmlformats.org/drawingml/2006/table">
            <a:tbl>
              <a:tblPr firstRow="1" bandRow="1">
                <a:tableStyleId>{5C22544A-7EE6-4342-B048-85BDC9FD1C3A}</a:tableStyleId>
              </a:tblPr>
              <a:tblGrid>
                <a:gridCol w="2423278">
                  <a:extLst>
                    <a:ext uri="{9D8B030D-6E8A-4147-A177-3AD203B41FA5}">
                      <a16:colId xmlns:a16="http://schemas.microsoft.com/office/drawing/2014/main" val="349866327"/>
                    </a:ext>
                  </a:extLst>
                </a:gridCol>
                <a:gridCol w="3616082">
                  <a:extLst>
                    <a:ext uri="{9D8B030D-6E8A-4147-A177-3AD203B41FA5}">
                      <a16:colId xmlns:a16="http://schemas.microsoft.com/office/drawing/2014/main" val="81903021"/>
                    </a:ext>
                  </a:extLst>
                </a:gridCol>
                <a:gridCol w="3176628">
                  <a:extLst>
                    <a:ext uri="{9D8B030D-6E8A-4147-A177-3AD203B41FA5}">
                      <a16:colId xmlns:a16="http://schemas.microsoft.com/office/drawing/2014/main" val="4136753703"/>
                    </a:ext>
                  </a:extLst>
                </a:gridCol>
                <a:gridCol w="2214014">
                  <a:extLst>
                    <a:ext uri="{9D8B030D-6E8A-4147-A177-3AD203B41FA5}">
                      <a16:colId xmlns:a16="http://schemas.microsoft.com/office/drawing/2014/main" val="648908376"/>
                    </a:ext>
                  </a:extLst>
                </a:gridCol>
              </a:tblGrid>
              <a:tr h="662949">
                <a:tc>
                  <a:txBody>
                    <a:bodyPr/>
                    <a:lstStyle/>
                    <a:p>
                      <a:pPr>
                        <a:buNone/>
                      </a:pPr>
                      <a:r>
                        <a:rPr lang="en-US" sz="3000"/>
                        <a:t>Module</a:t>
                      </a:r>
                    </a:p>
                  </a:txBody>
                  <a:tcPr marL="150670" marR="150670" marT="75335" marB="75335" anchor="ctr"/>
                </a:tc>
                <a:tc>
                  <a:txBody>
                    <a:bodyPr/>
                    <a:lstStyle/>
                    <a:p>
                      <a:pPr>
                        <a:buNone/>
                      </a:pPr>
                      <a:r>
                        <a:rPr lang="en-US" sz="3000"/>
                        <a:t>Endpoint</a:t>
                      </a:r>
                    </a:p>
                  </a:txBody>
                  <a:tcPr marL="150670" marR="150670" marT="75335" marB="75335" anchor="ctr"/>
                </a:tc>
                <a:tc>
                  <a:txBody>
                    <a:bodyPr/>
                    <a:lstStyle/>
                    <a:p>
                      <a:pPr>
                        <a:buNone/>
                      </a:pPr>
                      <a:r>
                        <a:rPr lang="en-US" sz="3000"/>
                        <a:t>Type</a:t>
                      </a:r>
                    </a:p>
                  </a:txBody>
                  <a:tcPr marL="150670" marR="150670" marT="75335" marB="75335" anchor="ctr"/>
                </a:tc>
                <a:tc>
                  <a:txBody>
                    <a:bodyPr/>
                    <a:lstStyle/>
                    <a:p>
                      <a:pPr>
                        <a:buNone/>
                      </a:pPr>
                      <a:r>
                        <a:rPr lang="en-US" sz="3000"/>
                        <a:t>Rate Limit</a:t>
                      </a:r>
                    </a:p>
                  </a:txBody>
                  <a:tcPr marL="150670" marR="150670" marT="75335" marB="75335" anchor="ctr"/>
                </a:tc>
                <a:extLst>
                  <a:ext uri="{0D108BD9-81ED-4DB2-BD59-A6C34878D82A}">
                    <a16:rowId xmlns:a16="http://schemas.microsoft.com/office/drawing/2014/main" val="4234411497"/>
                  </a:ext>
                </a:extLst>
              </a:tr>
              <a:tr h="662949">
                <a:tc>
                  <a:txBody>
                    <a:bodyPr/>
                    <a:lstStyle/>
                    <a:p>
                      <a:pPr>
                        <a:buNone/>
                      </a:pPr>
                      <a:r>
                        <a:rPr lang="en-US" sz="3000"/>
                        <a:t>Chat</a:t>
                      </a:r>
                    </a:p>
                  </a:txBody>
                  <a:tcPr marL="150670" marR="150670" marT="75335" marB="75335" anchor="ctr"/>
                </a:tc>
                <a:tc>
                  <a:txBody>
                    <a:bodyPr/>
                    <a:lstStyle/>
                    <a:p>
                      <a:pPr>
                        <a:buNone/>
                      </a:pPr>
                      <a:r>
                        <a:rPr lang="en-US" sz="3000"/>
                        <a:t>POST /api/chat</a:t>
                      </a:r>
                    </a:p>
                  </a:txBody>
                  <a:tcPr marL="150670" marR="150670" marT="75335" marB="75335" anchor="ctr"/>
                </a:tc>
                <a:tc>
                  <a:txBody>
                    <a:bodyPr/>
                    <a:lstStyle/>
                    <a:p>
                      <a:pPr>
                        <a:buNone/>
                      </a:pPr>
                      <a:r>
                        <a:rPr lang="en-US" sz="3000"/>
                        <a:t>Streaming SSE</a:t>
                      </a:r>
                    </a:p>
                  </a:txBody>
                  <a:tcPr marL="150670" marR="150670" marT="75335" marB="75335" anchor="ctr"/>
                </a:tc>
                <a:tc>
                  <a:txBody>
                    <a:bodyPr/>
                    <a:lstStyle/>
                    <a:p>
                      <a:pPr>
                        <a:buNone/>
                      </a:pPr>
                      <a:r>
                        <a:rPr lang="en-US" sz="3000"/>
                        <a:t>20/min</a:t>
                      </a:r>
                    </a:p>
                  </a:txBody>
                  <a:tcPr marL="150670" marR="150670" marT="75335" marB="75335" anchor="ctr"/>
                </a:tc>
                <a:extLst>
                  <a:ext uri="{0D108BD9-81ED-4DB2-BD59-A6C34878D82A}">
                    <a16:rowId xmlns:a16="http://schemas.microsoft.com/office/drawing/2014/main" val="800352792"/>
                  </a:ext>
                </a:extLst>
              </a:tr>
              <a:tr h="662949">
                <a:tc>
                  <a:txBody>
                    <a:bodyPr/>
                    <a:lstStyle/>
                    <a:p>
                      <a:pPr>
                        <a:buNone/>
                      </a:pPr>
                      <a:r>
                        <a:rPr lang="en-US" sz="3000"/>
                        <a:t>Research</a:t>
                      </a:r>
                    </a:p>
                  </a:txBody>
                  <a:tcPr marL="150670" marR="150670" marT="75335" marB="75335" anchor="ctr"/>
                </a:tc>
                <a:tc>
                  <a:txBody>
                    <a:bodyPr/>
                    <a:lstStyle/>
                    <a:p>
                      <a:pPr>
                        <a:buNone/>
                      </a:pPr>
                      <a:r>
                        <a:rPr lang="en-US" sz="3000"/>
                        <a:t>generateResearch</a:t>
                      </a:r>
                    </a:p>
                  </a:txBody>
                  <a:tcPr marL="150670" marR="150670" marT="75335" marB="75335" anchor="ctr"/>
                </a:tc>
                <a:tc>
                  <a:txBody>
                    <a:bodyPr/>
                    <a:lstStyle/>
                    <a:p>
                      <a:pPr>
                        <a:buNone/>
                      </a:pPr>
                      <a:r>
                        <a:rPr lang="en-US" sz="3000"/>
                        <a:t>Server Function</a:t>
                      </a:r>
                    </a:p>
                  </a:txBody>
                  <a:tcPr marL="150670" marR="150670" marT="75335" marB="75335" anchor="ctr"/>
                </a:tc>
                <a:tc>
                  <a:txBody>
                    <a:bodyPr/>
                    <a:lstStyle/>
                    <a:p>
                      <a:pPr>
                        <a:buNone/>
                      </a:pPr>
                      <a:r>
                        <a:rPr lang="en-US" sz="3000"/>
                        <a:t>5/min</a:t>
                      </a:r>
                    </a:p>
                  </a:txBody>
                  <a:tcPr marL="150670" marR="150670" marT="75335" marB="75335" anchor="ctr"/>
                </a:tc>
                <a:extLst>
                  <a:ext uri="{0D108BD9-81ED-4DB2-BD59-A6C34878D82A}">
                    <a16:rowId xmlns:a16="http://schemas.microsoft.com/office/drawing/2014/main" val="3737055429"/>
                  </a:ext>
                </a:extLst>
              </a:tr>
              <a:tr h="662949">
                <a:tc>
                  <a:txBody>
                    <a:bodyPr/>
                    <a:lstStyle/>
                    <a:p>
                      <a:pPr>
                        <a:buNone/>
                      </a:pPr>
                      <a:r>
                        <a:rPr lang="en-US" sz="3000"/>
                        <a:t>Planner</a:t>
                      </a:r>
                    </a:p>
                  </a:txBody>
                  <a:tcPr marL="150670" marR="150670" marT="75335" marB="75335" anchor="ctr"/>
                </a:tc>
                <a:tc>
                  <a:txBody>
                    <a:bodyPr/>
                    <a:lstStyle/>
                    <a:p>
                      <a:pPr>
                        <a:buNone/>
                      </a:pPr>
                      <a:r>
                        <a:rPr lang="en-US" sz="3000"/>
                        <a:t>generatePlan</a:t>
                      </a:r>
                    </a:p>
                  </a:txBody>
                  <a:tcPr marL="150670" marR="150670" marT="75335" marB="75335" anchor="ctr"/>
                </a:tc>
                <a:tc>
                  <a:txBody>
                    <a:bodyPr/>
                    <a:lstStyle/>
                    <a:p>
                      <a:pPr>
                        <a:buNone/>
                      </a:pPr>
                      <a:r>
                        <a:rPr lang="en-US" sz="3000"/>
                        <a:t>Server Function</a:t>
                      </a:r>
                    </a:p>
                  </a:txBody>
                  <a:tcPr marL="150670" marR="150670" marT="75335" marB="75335" anchor="ctr"/>
                </a:tc>
                <a:tc>
                  <a:txBody>
                    <a:bodyPr/>
                    <a:lstStyle/>
                    <a:p>
                      <a:pPr>
                        <a:buNone/>
                      </a:pPr>
                      <a:r>
                        <a:rPr lang="en-US" sz="3000"/>
                        <a:t>10/min</a:t>
                      </a:r>
                    </a:p>
                  </a:txBody>
                  <a:tcPr marL="150670" marR="150670" marT="75335" marB="75335" anchor="ctr"/>
                </a:tc>
                <a:extLst>
                  <a:ext uri="{0D108BD9-81ED-4DB2-BD59-A6C34878D82A}">
                    <a16:rowId xmlns:a16="http://schemas.microsoft.com/office/drawing/2014/main" val="3780940074"/>
                  </a:ext>
                </a:extLst>
              </a:tr>
              <a:tr h="662949">
                <a:tc>
                  <a:txBody>
                    <a:bodyPr/>
                    <a:lstStyle/>
                    <a:p>
                      <a:pPr>
                        <a:buNone/>
                      </a:pPr>
                      <a:r>
                        <a:rPr lang="en-US" sz="3000"/>
                        <a:t>Documents</a:t>
                      </a:r>
                    </a:p>
                  </a:txBody>
                  <a:tcPr marL="150670" marR="150670" marT="75335" marB="75335" anchor="ctr"/>
                </a:tc>
                <a:tc>
                  <a:txBody>
                    <a:bodyPr/>
                    <a:lstStyle/>
                    <a:p>
                      <a:pPr>
                        <a:buNone/>
                      </a:pPr>
                      <a:r>
                        <a:rPr lang="en-US" sz="3000"/>
                        <a:t>documentAction</a:t>
                      </a:r>
                    </a:p>
                  </a:txBody>
                  <a:tcPr marL="150670" marR="150670" marT="75335" marB="75335" anchor="ctr"/>
                </a:tc>
                <a:tc>
                  <a:txBody>
                    <a:bodyPr/>
                    <a:lstStyle/>
                    <a:p>
                      <a:pPr>
                        <a:buNone/>
                      </a:pPr>
                      <a:r>
                        <a:rPr lang="en-US" sz="3000"/>
                        <a:t>Server Function</a:t>
                      </a:r>
                    </a:p>
                  </a:txBody>
                  <a:tcPr marL="150670" marR="150670" marT="75335" marB="75335" anchor="ctr"/>
                </a:tc>
                <a:tc>
                  <a:txBody>
                    <a:bodyPr/>
                    <a:lstStyle/>
                    <a:p>
                      <a:pPr>
                        <a:buNone/>
                      </a:pPr>
                      <a:r>
                        <a:rPr lang="en-US" sz="3000"/>
                        <a:t>10/min</a:t>
                      </a:r>
                    </a:p>
                  </a:txBody>
                  <a:tcPr marL="150670" marR="150670" marT="75335" marB="75335" anchor="ctr"/>
                </a:tc>
                <a:extLst>
                  <a:ext uri="{0D108BD9-81ED-4DB2-BD59-A6C34878D82A}">
                    <a16:rowId xmlns:a16="http://schemas.microsoft.com/office/drawing/2014/main" val="1322784527"/>
                  </a:ext>
                </a:extLst>
              </a:tr>
              <a:tr h="662949">
                <a:tc>
                  <a:txBody>
                    <a:bodyPr/>
                    <a:lstStyle/>
                    <a:p>
                      <a:pPr>
                        <a:buNone/>
                      </a:pPr>
                      <a:r>
                        <a:rPr lang="en-US" sz="3000"/>
                        <a:t>Notes</a:t>
                      </a:r>
                    </a:p>
                  </a:txBody>
                  <a:tcPr marL="150670" marR="150670" marT="75335" marB="75335" anchor="ctr"/>
                </a:tc>
                <a:tc>
                  <a:txBody>
                    <a:bodyPr/>
                    <a:lstStyle/>
                    <a:p>
                      <a:pPr>
                        <a:buNone/>
                      </a:pPr>
                      <a:r>
                        <a:rPr lang="en-US" sz="3000"/>
                        <a:t>noteAction</a:t>
                      </a:r>
                    </a:p>
                  </a:txBody>
                  <a:tcPr marL="150670" marR="150670" marT="75335" marB="75335" anchor="ctr"/>
                </a:tc>
                <a:tc>
                  <a:txBody>
                    <a:bodyPr/>
                    <a:lstStyle/>
                    <a:p>
                      <a:pPr>
                        <a:buNone/>
                      </a:pPr>
                      <a:r>
                        <a:rPr lang="en-US" sz="3000"/>
                        <a:t>Server Function</a:t>
                      </a:r>
                    </a:p>
                  </a:txBody>
                  <a:tcPr marL="150670" marR="150670" marT="75335" marB="75335" anchor="ctr"/>
                </a:tc>
                <a:tc>
                  <a:txBody>
                    <a:bodyPr/>
                    <a:lstStyle/>
                    <a:p>
                      <a:pPr>
                        <a:buNone/>
                      </a:pPr>
                      <a:r>
                        <a:rPr lang="en-US" sz="3000"/>
                        <a:t>15/min</a:t>
                      </a:r>
                    </a:p>
                  </a:txBody>
                  <a:tcPr marL="150670" marR="150670" marT="75335" marB="75335" anchor="ctr"/>
                </a:tc>
                <a:extLst>
                  <a:ext uri="{0D108BD9-81ED-4DB2-BD59-A6C34878D82A}">
                    <a16:rowId xmlns:a16="http://schemas.microsoft.com/office/drawing/2014/main" val="1862084761"/>
                  </a:ext>
                </a:extLst>
              </a:tr>
            </a:tbl>
          </a:graphicData>
        </a:graphic>
      </p:graphicFrame>
    </p:spTree>
    <p:extLst>
      <p:ext uri="{BB962C8B-B14F-4D97-AF65-F5344CB8AC3E}">
        <p14:creationId xmlns:p14="http://schemas.microsoft.com/office/powerpoint/2010/main" val="48304133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46548-E5B2-8AC7-B30C-8C812B425D04}"/>
              </a:ext>
            </a:extLst>
          </p:cNvPr>
          <p:cNvSpPr>
            <a:spLocks noGrp="1"/>
          </p:cNvSpPr>
          <p:nvPr>
            <p:ph type="ctrTitle"/>
          </p:nvPr>
        </p:nvSpPr>
        <p:spPr>
          <a:xfrm>
            <a:off x="381000" y="1600200"/>
            <a:ext cx="11430000" cy="4572000"/>
          </a:xfrm>
        </p:spPr>
        <p:txBody>
          <a:bodyPr anchor="b">
            <a:normAutofit/>
          </a:bodyPr>
          <a:lstStyle/>
          <a:p>
            <a:r>
              <a:rPr lang="en-US"/>
              <a:t>Security and Governance</a:t>
            </a:r>
          </a:p>
        </p:txBody>
      </p:sp>
      <p:sp>
        <p:nvSpPr>
          <p:cNvPr id="4" name="Footer Placeholder 3">
            <a:extLst>
              <a:ext uri="{FF2B5EF4-FFF2-40B4-BE49-F238E27FC236}">
                <a16:creationId xmlns:a16="http://schemas.microsoft.com/office/drawing/2014/main" id="{EB9B841C-D6FE-9D22-E923-26C0190D2D0A}"/>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9428FE70-BC9E-2950-10A1-CB32676DD3BD}"/>
              </a:ext>
            </a:extLst>
          </p:cNvPr>
          <p:cNvSpPr>
            <a:spLocks noGrp="1"/>
          </p:cNvSpPr>
          <p:nvPr>
            <p:ph type="dt" sz="half" idx="10"/>
          </p:nvPr>
        </p:nvSpPr>
        <p:spPr>
          <a:xfrm>
            <a:off x="9525000" y="6340475"/>
            <a:ext cx="1800171" cy="365125"/>
          </a:xfrm>
        </p:spPr>
        <p:txBody>
          <a:bodyPr anchor="ctr">
            <a:normAutofit/>
          </a:bodyPr>
          <a:lstStyle/>
          <a:p>
            <a:pPr>
              <a:spcAft>
                <a:spcPts val="600"/>
              </a:spcAft>
            </a:pPr>
            <a:fld id="{F7F4CBCF-2EA5-5248-B352-49E9FE7B89CF}" type="datetime1">
              <a:rPr lang="en-US" smtClean="0"/>
              <a:pPr>
                <a:spcAft>
                  <a:spcPts val="600"/>
                </a:spcAft>
              </a:pPr>
              <a:t>7/16/2026</a:t>
            </a:fld>
            <a:endParaRPr lang="en-US"/>
          </a:p>
        </p:txBody>
      </p:sp>
      <p:sp>
        <p:nvSpPr>
          <p:cNvPr id="6" name="Slide Number Placeholder 5">
            <a:extLst>
              <a:ext uri="{FF2B5EF4-FFF2-40B4-BE49-F238E27FC236}">
                <a16:creationId xmlns:a16="http://schemas.microsoft.com/office/drawing/2014/main" id="{26E815F0-F644-85F5-F448-B74FC8959BE5}"/>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14</a:t>
            </a:fld>
            <a:endParaRPr lang="en-US"/>
          </a:p>
        </p:txBody>
      </p:sp>
    </p:spTree>
    <p:extLst>
      <p:ext uri="{BB962C8B-B14F-4D97-AF65-F5344CB8AC3E}">
        <p14:creationId xmlns:p14="http://schemas.microsoft.com/office/powerpoint/2010/main" val="7458810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097B5-64E6-ACDE-C775-5535D77BA2E0}"/>
              </a:ext>
            </a:extLst>
          </p:cNvPr>
          <p:cNvSpPr>
            <a:spLocks noGrp="1"/>
          </p:cNvSpPr>
          <p:nvPr>
            <p:ph type="title"/>
          </p:nvPr>
        </p:nvSpPr>
        <p:spPr>
          <a:xfrm>
            <a:off x="381000" y="691835"/>
            <a:ext cx="11429999" cy="755965"/>
          </a:xfrm>
        </p:spPr>
        <p:txBody>
          <a:bodyPr anchor="t">
            <a:normAutofit/>
          </a:bodyPr>
          <a:lstStyle/>
          <a:p>
            <a:r>
              <a:rPr lang="en-US"/>
              <a:t>Security &amp; Governance Model</a:t>
            </a:r>
          </a:p>
        </p:txBody>
      </p:sp>
      <p:sp>
        <p:nvSpPr>
          <p:cNvPr id="4" name="Footer Placeholder 3">
            <a:extLst>
              <a:ext uri="{FF2B5EF4-FFF2-40B4-BE49-F238E27FC236}">
                <a16:creationId xmlns:a16="http://schemas.microsoft.com/office/drawing/2014/main" id="{DFA39D5A-4A01-84EB-0D8F-C6EB17994487}"/>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477CB40B-D8EE-FAA7-18F6-0E76174BBF88}"/>
              </a:ext>
            </a:extLst>
          </p:cNvPr>
          <p:cNvSpPr>
            <a:spLocks noGrp="1"/>
          </p:cNvSpPr>
          <p:nvPr>
            <p:ph type="dt" sz="half" idx="10"/>
          </p:nvPr>
        </p:nvSpPr>
        <p:spPr>
          <a:xfrm>
            <a:off x="9525000" y="6340475"/>
            <a:ext cx="1800171" cy="365125"/>
          </a:xfrm>
        </p:spPr>
        <p:txBody>
          <a:bodyPr anchor="ctr">
            <a:normAutofit/>
          </a:bodyPr>
          <a:lstStyle/>
          <a:p>
            <a:pPr>
              <a:spcAft>
                <a:spcPts val="600"/>
              </a:spcAft>
            </a:pPr>
            <a:fld id="{192DDA33-D578-2640-B42E-CEBF81697F81}" type="datetime1">
              <a:rPr lang="en-US" smtClean="0"/>
              <a:pPr>
                <a:spcAft>
                  <a:spcPts val="600"/>
                </a:spcAft>
              </a:pPr>
              <a:t>7/16/2026</a:t>
            </a:fld>
            <a:endParaRPr lang="en-US"/>
          </a:p>
        </p:txBody>
      </p:sp>
      <p:sp>
        <p:nvSpPr>
          <p:cNvPr id="6" name="Slide Number Placeholder 5">
            <a:extLst>
              <a:ext uri="{FF2B5EF4-FFF2-40B4-BE49-F238E27FC236}">
                <a16:creationId xmlns:a16="http://schemas.microsoft.com/office/drawing/2014/main" id="{68D1DAD7-617A-B563-4BAF-E41FEC0473C1}"/>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15</a:t>
            </a:fld>
            <a:endParaRPr lang="en-US"/>
          </a:p>
        </p:txBody>
      </p:sp>
      <p:graphicFrame>
        <p:nvGraphicFramePr>
          <p:cNvPr id="8" name="Content Placeholder 7">
            <a:extLst>
              <a:ext uri="{FF2B5EF4-FFF2-40B4-BE49-F238E27FC236}">
                <a16:creationId xmlns:a16="http://schemas.microsoft.com/office/drawing/2014/main" id="{FB0E0177-E6B9-4D01-AC8C-3323DFFC92B6}"/>
              </a:ext>
            </a:extLst>
          </p:cNvPr>
          <p:cNvGraphicFramePr>
            <a:graphicFrameLocks noGrp="1"/>
          </p:cNvGraphicFramePr>
          <p:nvPr>
            <p:ph idx="1"/>
          </p:nvPr>
        </p:nvGraphicFramePr>
        <p:xfrm>
          <a:off x="729991" y="1447799"/>
          <a:ext cx="10732016" cy="4718368"/>
        </p:xfrm>
        <a:graphic>
          <a:graphicData uri="http://schemas.openxmlformats.org/drawingml/2006/table">
            <a:tbl>
              <a:tblPr firstRow="1" bandRow="1">
                <a:tableStyleId>{5C22544A-7EE6-4342-B048-85BDC9FD1C3A}</a:tableStyleId>
              </a:tblPr>
              <a:tblGrid>
                <a:gridCol w="4283907">
                  <a:extLst>
                    <a:ext uri="{9D8B030D-6E8A-4147-A177-3AD203B41FA5}">
                      <a16:colId xmlns:a16="http://schemas.microsoft.com/office/drawing/2014/main" val="3389493033"/>
                    </a:ext>
                  </a:extLst>
                </a:gridCol>
                <a:gridCol w="6448109">
                  <a:extLst>
                    <a:ext uri="{9D8B030D-6E8A-4147-A177-3AD203B41FA5}">
                      <a16:colId xmlns:a16="http://schemas.microsoft.com/office/drawing/2014/main" val="1669190918"/>
                    </a:ext>
                  </a:extLst>
                </a:gridCol>
              </a:tblGrid>
              <a:tr h="640766">
                <a:tc>
                  <a:txBody>
                    <a:bodyPr/>
                    <a:lstStyle/>
                    <a:p>
                      <a:pPr>
                        <a:buNone/>
                      </a:pPr>
                      <a:r>
                        <a:rPr lang="en-US" sz="2900"/>
                        <a:t>Challenge</a:t>
                      </a:r>
                    </a:p>
                  </a:txBody>
                  <a:tcPr marL="145629" marR="145629" marT="72814" marB="72814" anchor="ctr"/>
                </a:tc>
                <a:tc>
                  <a:txBody>
                    <a:bodyPr/>
                    <a:lstStyle/>
                    <a:p>
                      <a:pPr>
                        <a:buNone/>
                      </a:pPr>
                      <a:r>
                        <a:rPr lang="en-US" sz="2900"/>
                        <a:t>Solution</a:t>
                      </a:r>
                    </a:p>
                  </a:txBody>
                  <a:tcPr marL="145629" marR="145629" marT="72814" marB="72814" anchor="ctr"/>
                </a:tc>
                <a:extLst>
                  <a:ext uri="{0D108BD9-81ED-4DB2-BD59-A6C34878D82A}">
                    <a16:rowId xmlns:a16="http://schemas.microsoft.com/office/drawing/2014/main" val="2411429599"/>
                  </a:ext>
                </a:extLst>
              </a:tr>
              <a:tr h="1077652">
                <a:tc>
                  <a:txBody>
                    <a:bodyPr/>
                    <a:lstStyle/>
                    <a:p>
                      <a:pPr>
                        <a:buNone/>
                      </a:pPr>
                      <a:r>
                        <a:rPr lang="en-US" sz="2900"/>
                        <a:t>Prompt injection</a:t>
                      </a:r>
                    </a:p>
                  </a:txBody>
                  <a:tcPr marL="145629" marR="145629" marT="72814" marB="72814" anchor="ctr"/>
                </a:tc>
                <a:tc>
                  <a:txBody>
                    <a:bodyPr/>
                    <a:lstStyle/>
                    <a:p>
                      <a:pPr>
                        <a:buNone/>
                      </a:pPr>
                      <a:r>
                        <a:rPr lang="en-US" sz="2900"/>
                        <a:t>Server-only system prompts with sanitized inputs</a:t>
                      </a:r>
                    </a:p>
                  </a:txBody>
                  <a:tcPr marL="145629" marR="145629" marT="72814" marB="72814" anchor="ctr"/>
                </a:tc>
                <a:extLst>
                  <a:ext uri="{0D108BD9-81ED-4DB2-BD59-A6C34878D82A}">
                    <a16:rowId xmlns:a16="http://schemas.microsoft.com/office/drawing/2014/main" val="652030446"/>
                  </a:ext>
                </a:extLst>
              </a:tr>
              <a:tr h="640766">
                <a:tc>
                  <a:txBody>
                    <a:bodyPr/>
                    <a:lstStyle/>
                    <a:p>
                      <a:pPr>
                        <a:buNone/>
                      </a:pPr>
                      <a:r>
                        <a:rPr lang="en-US" sz="2900"/>
                        <a:t>AI cost overruns</a:t>
                      </a:r>
                    </a:p>
                  </a:txBody>
                  <a:tcPr marL="145629" marR="145629" marT="72814" marB="72814" anchor="ctr"/>
                </a:tc>
                <a:tc>
                  <a:txBody>
                    <a:bodyPr/>
                    <a:lstStyle/>
                    <a:p>
                      <a:pPr>
                        <a:buNone/>
                      </a:pPr>
                      <a:r>
                        <a:rPr lang="en-US" sz="2900"/>
                        <a:t>Per-IP rate limiting and payload caps</a:t>
                      </a:r>
                    </a:p>
                  </a:txBody>
                  <a:tcPr marL="145629" marR="145629" marT="72814" marB="72814" anchor="ctr"/>
                </a:tc>
                <a:extLst>
                  <a:ext uri="{0D108BD9-81ED-4DB2-BD59-A6C34878D82A}">
                    <a16:rowId xmlns:a16="http://schemas.microsoft.com/office/drawing/2014/main" val="3258089130"/>
                  </a:ext>
                </a:extLst>
              </a:tr>
              <a:tr h="1077652">
                <a:tc>
                  <a:txBody>
                    <a:bodyPr/>
                    <a:lstStyle/>
                    <a:p>
                      <a:pPr>
                        <a:buNone/>
                      </a:pPr>
                      <a:r>
                        <a:rPr lang="en-US" sz="2900"/>
                        <a:t>Streaming complexity</a:t>
                      </a:r>
                    </a:p>
                  </a:txBody>
                  <a:tcPr marL="145629" marR="145629" marT="72814" marB="72814" anchor="ctr"/>
                </a:tc>
                <a:tc>
                  <a:txBody>
                    <a:bodyPr/>
                    <a:lstStyle/>
                    <a:p>
                      <a:pPr>
                        <a:buNone/>
                      </a:pPr>
                      <a:r>
                        <a:rPr lang="en-US" sz="2900"/>
                        <a:t>AI SDK v7 with edge-compatible streaming</a:t>
                      </a:r>
                    </a:p>
                  </a:txBody>
                  <a:tcPr marL="145629" marR="145629" marT="72814" marB="72814" anchor="ctr"/>
                </a:tc>
                <a:extLst>
                  <a:ext uri="{0D108BD9-81ED-4DB2-BD59-A6C34878D82A}">
                    <a16:rowId xmlns:a16="http://schemas.microsoft.com/office/drawing/2014/main" val="2244881462"/>
                  </a:ext>
                </a:extLst>
              </a:tr>
              <a:tr h="640766">
                <a:tc>
                  <a:txBody>
                    <a:bodyPr/>
                    <a:lstStyle/>
                    <a:p>
                      <a:pPr>
                        <a:buNone/>
                      </a:pPr>
                      <a:r>
                        <a:rPr lang="en-US" sz="2900"/>
                        <a:t>State fragmentation</a:t>
                      </a:r>
                    </a:p>
                  </a:txBody>
                  <a:tcPr marL="145629" marR="145629" marT="72814" marB="72814" anchor="ctr"/>
                </a:tc>
                <a:tc>
                  <a:txBody>
                    <a:bodyPr/>
                    <a:lstStyle/>
                    <a:p>
                      <a:pPr>
                        <a:buNone/>
                      </a:pPr>
                      <a:r>
                        <a:rPr lang="en-US" sz="2900"/>
                        <a:t>Shared primitives across all modules</a:t>
                      </a:r>
                    </a:p>
                  </a:txBody>
                  <a:tcPr marL="145629" marR="145629" marT="72814" marB="72814" anchor="ctr"/>
                </a:tc>
                <a:extLst>
                  <a:ext uri="{0D108BD9-81ED-4DB2-BD59-A6C34878D82A}">
                    <a16:rowId xmlns:a16="http://schemas.microsoft.com/office/drawing/2014/main" val="1691867705"/>
                  </a:ext>
                </a:extLst>
              </a:tr>
              <a:tr h="640766">
                <a:tc>
                  <a:txBody>
                    <a:bodyPr/>
                    <a:lstStyle/>
                    <a:p>
                      <a:pPr>
                        <a:buNone/>
                      </a:pPr>
                      <a:r>
                        <a:rPr lang="en-US" sz="2900"/>
                        <a:t>Deferred authentication</a:t>
                      </a:r>
                    </a:p>
                  </a:txBody>
                  <a:tcPr marL="145629" marR="145629" marT="72814" marB="72814" anchor="ctr"/>
                </a:tc>
                <a:tc>
                  <a:txBody>
                    <a:bodyPr/>
                    <a:lstStyle/>
                    <a:p>
                      <a:pPr>
                        <a:buNone/>
                      </a:pPr>
                      <a:r>
                        <a:rPr lang="en-US" sz="2900"/>
                        <a:t>Auth-ready server middleware</a:t>
                      </a:r>
                    </a:p>
                  </a:txBody>
                  <a:tcPr marL="145629" marR="145629" marT="72814" marB="72814" anchor="ctr"/>
                </a:tc>
                <a:extLst>
                  <a:ext uri="{0D108BD9-81ED-4DB2-BD59-A6C34878D82A}">
                    <a16:rowId xmlns:a16="http://schemas.microsoft.com/office/drawing/2014/main" val="1194565168"/>
                  </a:ext>
                </a:extLst>
              </a:tr>
            </a:tbl>
          </a:graphicData>
        </a:graphic>
      </p:graphicFrame>
    </p:spTree>
    <p:extLst>
      <p:ext uri="{BB962C8B-B14F-4D97-AF65-F5344CB8AC3E}">
        <p14:creationId xmlns:p14="http://schemas.microsoft.com/office/powerpoint/2010/main" val="4247562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86D21-CB7F-80F2-3215-8047A549FE8F}"/>
              </a:ext>
            </a:extLst>
          </p:cNvPr>
          <p:cNvSpPr>
            <a:spLocks noGrp="1"/>
          </p:cNvSpPr>
          <p:nvPr>
            <p:ph type="ctrTitle"/>
          </p:nvPr>
        </p:nvSpPr>
        <p:spPr>
          <a:xfrm>
            <a:off x="381000" y="1600200"/>
            <a:ext cx="11430000" cy="4572000"/>
          </a:xfrm>
        </p:spPr>
        <p:txBody>
          <a:bodyPr anchor="b">
            <a:normAutofit/>
          </a:bodyPr>
          <a:lstStyle/>
          <a:p>
            <a:r>
              <a:rPr lang="en-US"/>
              <a:t>Business Impact</a:t>
            </a:r>
          </a:p>
        </p:txBody>
      </p:sp>
      <p:sp>
        <p:nvSpPr>
          <p:cNvPr id="4" name="Footer Placeholder 3">
            <a:extLst>
              <a:ext uri="{FF2B5EF4-FFF2-40B4-BE49-F238E27FC236}">
                <a16:creationId xmlns:a16="http://schemas.microsoft.com/office/drawing/2014/main" id="{BA49AB87-784A-64A0-E1D6-97F2BFE9C597}"/>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DE06F7A7-534F-2769-2FF9-3997C16EA3B2}"/>
              </a:ext>
            </a:extLst>
          </p:cNvPr>
          <p:cNvSpPr>
            <a:spLocks noGrp="1"/>
          </p:cNvSpPr>
          <p:nvPr>
            <p:ph type="dt" sz="half" idx="10"/>
          </p:nvPr>
        </p:nvSpPr>
        <p:spPr>
          <a:xfrm>
            <a:off x="9525000" y="6340475"/>
            <a:ext cx="1800171" cy="365125"/>
          </a:xfrm>
        </p:spPr>
        <p:txBody>
          <a:bodyPr anchor="ctr">
            <a:normAutofit/>
          </a:bodyPr>
          <a:lstStyle/>
          <a:p>
            <a:pPr>
              <a:spcAft>
                <a:spcPts val="600"/>
              </a:spcAft>
            </a:pPr>
            <a:fld id="{F7F4CBCF-2EA5-5248-B352-49E9FE7B89CF}" type="datetime1">
              <a:rPr lang="en-US" smtClean="0"/>
              <a:pPr>
                <a:spcAft>
                  <a:spcPts val="600"/>
                </a:spcAft>
              </a:pPr>
              <a:t>7/16/2026</a:t>
            </a:fld>
            <a:endParaRPr lang="en-US"/>
          </a:p>
        </p:txBody>
      </p:sp>
      <p:sp>
        <p:nvSpPr>
          <p:cNvPr id="6" name="Slide Number Placeholder 5">
            <a:extLst>
              <a:ext uri="{FF2B5EF4-FFF2-40B4-BE49-F238E27FC236}">
                <a16:creationId xmlns:a16="http://schemas.microsoft.com/office/drawing/2014/main" id="{3DF44E55-3ED1-5203-6C56-9085CFCAB4AF}"/>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16</a:t>
            </a:fld>
            <a:endParaRPr lang="en-US"/>
          </a:p>
        </p:txBody>
      </p:sp>
    </p:spTree>
    <p:extLst>
      <p:ext uri="{BB962C8B-B14F-4D97-AF65-F5344CB8AC3E}">
        <p14:creationId xmlns:p14="http://schemas.microsoft.com/office/powerpoint/2010/main" val="22888425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7D587-49A4-4D10-5B49-DBFC9AFD5422}"/>
              </a:ext>
            </a:extLst>
          </p:cNvPr>
          <p:cNvSpPr>
            <a:spLocks noGrp="1"/>
          </p:cNvSpPr>
          <p:nvPr>
            <p:ph type="title"/>
          </p:nvPr>
        </p:nvSpPr>
        <p:spPr>
          <a:xfrm>
            <a:off x="381000" y="691835"/>
            <a:ext cx="11429999" cy="755965"/>
          </a:xfrm>
        </p:spPr>
        <p:txBody>
          <a:bodyPr anchor="t">
            <a:normAutofit/>
          </a:bodyPr>
          <a:lstStyle/>
          <a:p>
            <a:r>
              <a:rPr lang="en-US"/>
              <a:t>Impact &amp; Benefits</a:t>
            </a:r>
          </a:p>
        </p:txBody>
      </p:sp>
      <p:sp>
        <p:nvSpPr>
          <p:cNvPr id="4" name="Footer Placeholder 3">
            <a:extLst>
              <a:ext uri="{FF2B5EF4-FFF2-40B4-BE49-F238E27FC236}">
                <a16:creationId xmlns:a16="http://schemas.microsoft.com/office/drawing/2014/main" id="{B2DDD039-1D83-FAA5-9CF7-43B7C245147B}"/>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0F58E9E1-D274-92CE-BF98-8CB087580DF1}"/>
              </a:ext>
            </a:extLst>
          </p:cNvPr>
          <p:cNvSpPr>
            <a:spLocks noGrp="1"/>
          </p:cNvSpPr>
          <p:nvPr>
            <p:ph type="dt" sz="half" idx="10"/>
          </p:nvPr>
        </p:nvSpPr>
        <p:spPr>
          <a:xfrm>
            <a:off x="9525000" y="6340475"/>
            <a:ext cx="1800171" cy="365125"/>
          </a:xfrm>
        </p:spPr>
        <p:txBody>
          <a:bodyPr anchor="ctr">
            <a:normAutofit/>
          </a:bodyPr>
          <a:lstStyle/>
          <a:p>
            <a:pPr>
              <a:spcAft>
                <a:spcPts val="600"/>
              </a:spcAft>
            </a:pPr>
            <a:fld id="{192DDA33-D578-2640-B42E-CEBF81697F81}" type="datetime1">
              <a:rPr lang="en-US" smtClean="0"/>
              <a:pPr>
                <a:spcAft>
                  <a:spcPts val="600"/>
                </a:spcAft>
              </a:pPr>
              <a:t>7/16/2026</a:t>
            </a:fld>
            <a:endParaRPr lang="en-US"/>
          </a:p>
        </p:txBody>
      </p:sp>
      <p:sp>
        <p:nvSpPr>
          <p:cNvPr id="6" name="Slide Number Placeholder 5">
            <a:extLst>
              <a:ext uri="{FF2B5EF4-FFF2-40B4-BE49-F238E27FC236}">
                <a16:creationId xmlns:a16="http://schemas.microsoft.com/office/drawing/2014/main" id="{C77DF4D3-D89C-6EEC-D0FB-D164A7EA64FA}"/>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17</a:t>
            </a:fld>
            <a:endParaRPr lang="en-US"/>
          </a:p>
        </p:txBody>
      </p:sp>
      <p:graphicFrame>
        <p:nvGraphicFramePr>
          <p:cNvPr id="8" name="Content Placeholder 7">
            <a:extLst>
              <a:ext uri="{FF2B5EF4-FFF2-40B4-BE49-F238E27FC236}">
                <a16:creationId xmlns:a16="http://schemas.microsoft.com/office/drawing/2014/main" id="{B36C221D-BF65-4C9B-B009-23F92A09F955}"/>
              </a:ext>
            </a:extLst>
          </p:cNvPr>
          <p:cNvGraphicFramePr>
            <a:graphicFrameLocks noGrp="1"/>
          </p:cNvGraphicFramePr>
          <p:nvPr>
            <p:ph idx="1"/>
          </p:nvPr>
        </p:nvGraphicFramePr>
        <p:xfrm>
          <a:off x="380999" y="1868532"/>
          <a:ext cx="11430002" cy="3876900"/>
        </p:xfrm>
        <a:graphic>
          <a:graphicData uri="http://schemas.openxmlformats.org/drawingml/2006/table">
            <a:tbl>
              <a:tblPr firstRow="1" bandRow="1">
                <a:tableStyleId>{5C22544A-7EE6-4342-B048-85BDC9FD1C3A}</a:tableStyleId>
              </a:tblPr>
              <a:tblGrid>
                <a:gridCol w="3850793">
                  <a:extLst>
                    <a:ext uri="{9D8B030D-6E8A-4147-A177-3AD203B41FA5}">
                      <a16:colId xmlns:a16="http://schemas.microsoft.com/office/drawing/2014/main" val="974188810"/>
                    </a:ext>
                  </a:extLst>
                </a:gridCol>
                <a:gridCol w="3544851">
                  <a:extLst>
                    <a:ext uri="{9D8B030D-6E8A-4147-A177-3AD203B41FA5}">
                      <a16:colId xmlns:a16="http://schemas.microsoft.com/office/drawing/2014/main" val="1047690113"/>
                    </a:ext>
                  </a:extLst>
                </a:gridCol>
                <a:gridCol w="4034358">
                  <a:extLst>
                    <a:ext uri="{9D8B030D-6E8A-4147-A177-3AD203B41FA5}">
                      <a16:colId xmlns:a16="http://schemas.microsoft.com/office/drawing/2014/main" val="3133124882"/>
                    </a:ext>
                  </a:extLst>
                </a:gridCol>
              </a:tblGrid>
              <a:tr h="646150">
                <a:tc>
                  <a:txBody>
                    <a:bodyPr/>
                    <a:lstStyle/>
                    <a:p>
                      <a:pPr>
                        <a:buNone/>
                      </a:pPr>
                      <a:r>
                        <a:rPr lang="en-US" sz="2900"/>
                        <a:t>Dimension</a:t>
                      </a:r>
                    </a:p>
                  </a:txBody>
                  <a:tcPr marL="146852" marR="146852" marT="73426" marB="73426" anchor="ctr"/>
                </a:tc>
                <a:tc>
                  <a:txBody>
                    <a:bodyPr/>
                    <a:lstStyle/>
                    <a:p>
                      <a:pPr>
                        <a:buNone/>
                      </a:pPr>
                      <a:r>
                        <a:rPr lang="en-US" sz="2900"/>
                        <a:t>Before</a:t>
                      </a:r>
                    </a:p>
                  </a:txBody>
                  <a:tcPr marL="146852" marR="146852" marT="73426" marB="73426" anchor="ctr"/>
                </a:tc>
                <a:tc>
                  <a:txBody>
                    <a:bodyPr/>
                    <a:lstStyle/>
                    <a:p>
                      <a:pPr>
                        <a:buNone/>
                      </a:pPr>
                      <a:r>
                        <a:rPr lang="en-US" sz="2900"/>
                        <a:t>With GETSMART</a:t>
                      </a:r>
                    </a:p>
                  </a:txBody>
                  <a:tcPr marL="146852" marR="146852" marT="73426" marB="73426" anchor="ctr"/>
                </a:tc>
                <a:extLst>
                  <a:ext uri="{0D108BD9-81ED-4DB2-BD59-A6C34878D82A}">
                    <a16:rowId xmlns:a16="http://schemas.microsoft.com/office/drawing/2014/main" val="2606820958"/>
                  </a:ext>
                </a:extLst>
              </a:tr>
              <a:tr h="646150">
                <a:tc>
                  <a:txBody>
                    <a:bodyPr/>
                    <a:lstStyle/>
                    <a:p>
                      <a:pPr>
                        <a:buNone/>
                      </a:pPr>
                      <a:r>
                        <a:rPr lang="en-US" sz="2900"/>
                        <a:t>Tools in workflow</a:t>
                      </a:r>
                    </a:p>
                  </a:txBody>
                  <a:tcPr marL="146852" marR="146852" marT="73426" marB="73426" anchor="ctr"/>
                </a:tc>
                <a:tc>
                  <a:txBody>
                    <a:bodyPr/>
                    <a:lstStyle/>
                    <a:p>
                      <a:pPr>
                        <a:buNone/>
                      </a:pPr>
                      <a:r>
                        <a:rPr lang="en-US" sz="2900"/>
                        <a:t>4–6 separate apps</a:t>
                      </a:r>
                    </a:p>
                  </a:txBody>
                  <a:tcPr marL="146852" marR="146852" marT="73426" marB="73426" anchor="ctr"/>
                </a:tc>
                <a:tc>
                  <a:txBody>
                    <a:bodyPr/>
                    <a:lstStyle/>
                    <a:p>
                      <a:pPr>
                        <a:buNone/>
                      </a:pPr>
                      <a:r>
                        <a:rPr lang="en-US" sz="2900"/>
                        <a:t>1 unified workspace</a:t>
                      </a:r>
                    </a:p>
                  </a:txBody>
                  <a:tcPr marL="146852" marR="146852" marT="73426" marB="73426" anchor="ctr"/>
                </a:tc>
                <a:extLst>
                  <a:ext uri="{0D108BD9-81ED-4DB2-BD59-A6C34878D82A}">
                    <a16:rowId xmlns:a16="http://schemas.microsoft.com/office/drawing/2014/main" val="488608296"/>
                  </a:ext>
                </a:extLst>
              </a:tr>
              <a:tr h="646150">
                <a:tc>
                  <a:txBody>
                    <a:bodyPr/>
                    <a:lstStyle/>
                    <a:p>
                      <a:pPr>
                        <a:buNone/>
                      </a:pPr>
                      <a:r>
                        <a:rPr lang="en-US" sz="2900"/>
                        <a:t>Time to first result</a:t>
                      </a:r>
                    </a:p>
                  </a:txBody>
                  <a:tcPr marL="146852" marR="146852" marT="73426" marB="73426" anchor="ctr"/>
                </a:tc>
                <a:tc>
                  <a:txBody>
                    <a:bodyPr/>
                    <a:lstStyle/>
                    <a:p>
                      <a:pPr>
                        <a:buNone/>
                      </a:pPr>
                      <a:r>
                        <a:rPr lang="en-US" sz="2900"/>
                        <a:t>~3 minutes</a:t>
                      </a:r>
                    </a:p>
                  </a:txBody>
                  <a:tcPr marL="146852" marR="146852" marT="73426" marB="73426" anchor="ctr"/>
                </a:tc>
                <a:tc>
                  <a:txBody>
                    <a:bodyPr/>
                    <a:lstStyle/>
                    <a:p>
                      <a:pPr>
                        <a:buNone/>
                      </a:pPr>
                      <a:r>
                        <a:rPr lang="en-US" sz="2900"/>
                        <a:t>~15 seconds</a:t>
                      </a:r>
                    </a:p>
                  </a:txBody>
                  <a:tcPr marL="146852" marR="146852" marT="73426" marB="73426" anchor="ctr"/>
                </a:tc>
                <a:extLst>
                  <a:ext uri="{0D108BD9-81ED-4DB2-BD59-A6C34878D82A}">
                    <a16:rowId xmlns:a16="http://schemas.microsoft.com/office/drawing/2014/main" val="1055690130"/>
                  </a:ext>
                </a:extLst>
              </a:tr>
              <a:tr h="646150">
                <a:tc>
                  <a:txBody>
                    <a:bodyPr/>
                    <a:lstStyle/>
                    <a:p>
                      <a:pPr>
                        <a:buNone/>
                      </a:pPr>
                      <a:r>
                        <a:rPr lang="en-US" sz="2900"/>
                        <a:t>Prompt history</a:t>
                      </a:r>
                    </a:p>
                  </a:txBody>
                  <a:tcPr marL="146852" marR="146852" marT="73426" marB="73426" anchor="ctr"/>
                </a:tc>
                <a:tc>
                  <a:txBody>
                    <a:bodyPr/>
                    <a:lstStyle/>
                    <a:p>
                      <a:pPr>
                        <a:buNone/>
                      </a:pPr>
                      <a:r>
                        <a:rPr lang="en-US" sz="2900"/>
                        <a:t>Fragmented</a:t>
                      </a:r>
                    </a:p>
                  </a:txBody>
                  <a:tcPr marL="146852" marR="146852" marT="73426" marB="73426" anchor="ctr"/>
                </a:tc>
                <a:tc>
                  <a:txBody>
                    <a:bodyPr/>
                    <a:lstStyle/>
                    <a:p>
                      <a:pPr>
                        <a:buNone/>
                      </a:pPr>
                      <a:r>
                        <a:rPr lang="en-US" sz="2900"/>
                        <a:t>Persistent &amp; threaded</a:t>
                      </a:r>
                    </a:p>
                  </a:txBody>
                  <a:tcPr marL="146852" marR="146852" marT="73426" marB="73426" anchor="ctr"/>
                </a:tc>
                <a:extLst>
                  <a:ext uri="{0D108BD9-81ED-4DB2-BD59-A6C34878D82A}">
                    <a16:rowId xmlns:a16="http://schemas.microsoft.com/office/drawing/2014/main" val="3837464700"/>
                  </a:ext>
                </a:extLst>
              </a:tr>
              <a:tr h="646150">
                <a:tc>
                  <a:txBody>
                    <a:bodyPr/>
                    <a:lstStyle/>
                    <a:p>
                      <a:pPr>
                        <a:buNone/>
                      </a:pPr>
                      <a:r>
                        <a:rPr lang="en-US" sz="2900"/>
                        <a:t>Security governance</a:t>
                      </a:r>
                    </a:p>
                  </a:txBody>
                  <a:tcPr marL="146852" marR="146852" marT="73426" marB="73426" anchor="ctr"/>
                </a:tc>
                <a:tc>
                  <a:txBody>
                    <a:bodyPr/>
                    <a:lstStyle/>
                    <a:p>
                      <a:pPr>
                        <a:buNone/>
                      </a:pPr>
                      <a:r>
                        <a:rPr lang="en-US" sz="2900"/>
                        <a:t>Inconsistent</a:t>
                      </a:r>
                    </a:p>
                  </a:txBody>
                  <a:tcPr marL="146852" marR="146852" marT="73426" marB="73426" anchor="ctr"/>
                </a:tc>
                <a:tc>
                  <a:txBody>
                    <a:bodyPr/>
                    <a:lstStyle/>
                    <a:p>
                      <a:pPr>
                        <a:buNone/>
                      </a:pPr>
                      <a:r>
                        <a:rPr lang="en-US" sz="2900"/>
                        <a:t>Uniform &amp; enforced</a:t>
                      </a:r>
                    </a:p>
                  </a:txBody>
                  <a:tcPr marL="146852" marR="146852" marT="73426" marB="73426" anchor="ctr"/>
                </a:tc>
                <a:extLst>
                  <a:ext uri="{0D108BD9-81ED-4DB2-BD59-A6C34878D82A}">
                    <a16:rowId xmlns:a16="http://schemas.microsoft.com/office/drawing/2014/main" val="2719424608"/>
                  </a:ext>
                </a:extLst>
              </a:tr>
              <a:tr h="646150">
                <a:tc>
                  <a:txBody>
                    <a:bodyPr/>
                    <a:lstStyle/>
                    <a:p>
                      <a:pPr>
                        <a:buNone/>
                      </a:pPr>
                      <a:r>
                        <a:rPr lang="en-US" sz="2900"/>
                        <a:t>Model swap cost</a:t>
                      </a:r>
                    </a:p>
                  </a:txBody>
                  <a:tcPr marL="146852" marR="146852" marT="73426" marB="73426" anchor="ctr"/>
                </a:tc>
                <a:tc>
                  <a:txBody>
                    <a:bodyPr/>
                    <a:lstStyle/>
                    <a:p>
                      <a:pPr>
                        <a:buNone/>
                      </a:pPr>
                      <a:r>
                        <a:rPr lang="en-US" sz="2900"/>
                        <a:t>High</a:t>
                      </a:r>
                    </a:p>
                  </a:txBody>
                  <a:tcPr marL="146852" marR="146852" marT="73426" marB="73426" anchor="ctr"/>
                </a:tc>
                <a:tc>
                  <a:txBody>
                    <a:bodyPr/>
                    <a:lstStyle/>
                    <a:p>
                      <a:pPr>
                        <a:buNone/>
                      </a:pPr>
                      <a:r>
                        <a:rPr lang="en-US" sz="2900"/>
                        <a:t>One-line change</a:t>
                      </a:r>
                    </a:p>
                  </a:txBody>
                  <a:tcPr marL="146852" marR="146852" marT="73426" marB="73426" anchor="ctr"/>
                </a:tc>
                <a:extLst>
                  <a:ext uri="{0D108BD9-81ED-4DB2-BD59-A6C34878D82A}">
                    <a16:rowId xmlns:a16="http://schemas.microsoft.com/office/drawing/2014/main" val="4241728153"/>
                  </a:ext>
                </a:extLst>
              </a:tr>
            </a:tbl>
          </a:graphicData>
        </a:graphic>
      </p:graphicFrame>
    </p:spTree>
    <p:extLst>
      <p:ext uri="{BB962C8B-B14F-4D97-AF65-F5344CB8AC3E}">
        <p14:creationId xmlns:p14="http://schemas.microsoft.com/office/powerpoint/2010/main" val="346231872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31F83-A099-6705-AF0A-16813F5AC41B}"/>
              </a:ext>
            </a:extLst>
          </p:cNvPr>
          <p:cNvSpPr>
            <a:spLocks noGrp="1"/>
          </p:cNvSpPr>
          <p:nvPr>
            <p:ph type="ctrTitle"/>
          </p:nvPr>
        </p:nvSpPr>
        <p:spPr>
          <a:xfrm>
            <a:off x="381000" y="1600200"/>
            <a:ext cx="11430000" cy="4572000"/>
          </a:xfrm>
        </p:spPr>
        <p:txBody>
          <a:bodyPr anchor="b">
            <a:normAutofit/>
          </a:bodyPr>
          <a:lstStyle/>
          <a:p>
            <a:r>
              <a:rPr lang="en-US"/>
              <a:t>Audience and Next Steps</a:t>
            </a:r>
          </a:p>
        </p:txBody>
      </p:sp>
      <p:sp>
        <p:nvSpPr>
          <p:cNvPr id="4" name="Footer Placeholder 3">
            <a:extLst>
              <a:ext uri="{FF2B5EF4-FFF2-40B4-BE49-F238E27FC236}">
                <a16:creationId xmlns:a16="http://schemas.microsoft.com/office/drawing/2014/main" id="{95D1F3CE-BCA9-3B9F-3530-2228B8DF2F4E}"/>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DE9B54DD-A06C-55CD-0DAC-858EC4A42184}"/>
              </a:ext>
            </a:extLst>
          </p:cNvPr>
          <p:cNvSpPr>
            <a:spLocks noGrp="1"/>
          </p:cNvSpPr>
          <p:nvPr>
            <p:ph type="dt" sz="half" idx="10"/>
          </p:nvPr>
        </p:nvSpPr>
        <p:spPr>
          <a:xfrm>
            <a:off x="9525000" y="6340475"/>
            <a:ext cx="1800171" cy="365125"/>
          </a:xfrm>
        </p:spPr>
        <p:txBody>
          <a:bodyPr anchor="ctr">
            <a:normAutofit/>
          </a:bodyPr>
          <a:lstStyle/>
          <a:p>
            <a:pPr>
              <a:spcAft>
                <a:spcPts val="600"/>
              </a:spcAft>
            </a:pPr>
            <a:fld id="{F7F4CBCF-2EA5-5248-B352-49E9FE7B89CF}" type="datetime1">
              <a:rPr lang="en-US" smtClean="0"/>
              <a:pPr>
                <a:spcAft>
                  <a:spcPts val="600"/>
                </a:spcAft>
              </a:pPr>
              <a:t>7/16/2026</a:t>
            </a:fld>
            <a:endParaRPr lang="en-US"/>
          </a:p>
        </p:txBody>
      </p:sp>
      <p:sp>
        <p:nvSpPr>
          <p:cNvPr id="6" name="Slide Number Placeholder 5">
            <a:extLst>
              <a:ext uri="{FF2B5EF4-FFF2-40B4-BE49-F238E27FC236}">
                <a16:creationId xmlns:a16="http://schemas.microsoft.com/office/drawing/2014/main" id="{CFE40355-D408-5053-3A67-F8230668FD9C}"/>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18</a:t>
            </a:fld>
            <a:endParaRPr lang="en-US"/>
          </a:p>
        </p:txBody>
      </p:sp>
    </p:spTree>
    <p:extLst>
      <p:ext uri="{BB962C8B-B14F-4D97-AF65-F5344CB8AC3E}">
        <p14:creationId xmlns:p14="http://schemas.microsoft.com/office/powerpoint/2010/main" val="42645651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BC515-AD46-54A9-AF46-457E4816AB3B}"/>
              </a:ext>
            </a:extLst>
          </p:cNvPr>
          <p:cNvSpPr>
            <a:spLocks noGrp="1"/>
          </p:cNvSpPr>
          <p:nvPr>
            <p:ph type="title"/>
          </p:nvPr>
        </p:nvSpPr>
        <p:spPr>
          <a:xfrm>
            <a:off x="8153400" y="687787"/>
            <a:ext cx="3643802" cy="1479477"/>
          </a:xfrm>
        </p:spPr>
        <p:txBody>
          <a:bodyPr anchor="t">
            <a:normAutofit/>
          </a:bodyPr>
          <a:lstStyle/>
          <a:p>
            <a:r>
              <a:rPr lang="en-US"/>
              <a:t>Target Users, Live Demo and Q&amp;A</a:t>
            </a:r>
          </a:p>
        </p:txBody>
      </p:sp>
      <p:pic>
        <p:nvPicPr>
          <p:cNvPr id="8" name="Content Placeholder 7" descr="Three women brainstorming">
            <a:extLst>
              <a:ext uri="{FF2B5EF4-FFF2-40B4-BE49-F238E27FC236}">
                <a16:creationId xmlns:a16="http://schemas.microsoft.com/office/drawing/2014/main" id="{8F3DAE35-33B5-4003-AABE-A33BF33BFA57}"/>
              </a:ext>
            </a:extLst>
          </p:cNvPr>
          <p:cNvPicPr>
            <a:picLocks noGrp="1" noChangeAspect="1"/>
          </p:cNvPicPr>
          <p:nvPr>
            <p:ph type="pic" sz="quarter" idx="15"/>
          </p:nvPr>
        </p:nvPicPr>
        <p:blipFill>
          <a:blip r:embed="rId3"/>
          <a:srcRect l="21679" r="8456"/>
          <a:stretch>
            <a:fillRect/>
          </a:stretch>
        </p:blipFill>
        <p:spPr>
          <a:xfrm>
            <a:off x="152400" y="152909"/>
            <a:ext cx="6858000" cy="6552184"/>
          </a:xfrm>
        </p:spPr>
      </p:pic>
      <p:sp>
        <p:nvSpPr>
          <p:cNvPr id="4" name="Content Placeholder 3">
            <a:extLst>
              <a:ext uri="{FF2B5EF4-FFF2-40B4-BE49-F238E27FC236}">
                <a16:creationId xmlns:a16="http://schemas.microsoft.com/office/drawing/2014/main" id="{8D51ADFF-8884-8D93-BF10-770C96572AC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53524" y="2315569"/>
            <a:ext cx="3657600" cy="3399431"/>
          </a:xfrm>
        </p:spPr>
        <p:txBody>
          <a:bodyPr>
            <a:normAutofit/>
          </a:bodyPr>
          <a:lstStyle/>
          <a:p>
            <a:pPr marL="0" lvl="0" indent="0">
              <a:lnSpc>
                <a:spcPct val="110000"/>
              </a:lnSpc>
              <a:spcBef>
                <a:spcPts val="2500"/>
              </a:spcBef>
              <a:buFont typeface="Arial" panose="020B0604020202020204" pitchFamily="34" charset="0"/>
              <a:buNone/>
            </a:pPr>
            <a:r>
              <a:rPr lang="en-US" sz="1200" b="1"/>
              <a:t>Primary Target Users</a:t>
            </a:r>
          </a:p>
          <a:p>
            <a:pPr marL="0" lvl="1" indent="0">
              <a:lnSpc>
                <a:spcPct val="110000"/>
              </a:lnSpc>
              <a:buFont typeface="Arial" panose="020B0604020202020204" pitchFamily="34" charset="0"/>
              <a:buNone/>
            </a:pPr>
            <a:r>
              <a:rPr lang="en-US" sz="1200"/>
              <a:t>GETSMART targets founders, product managers, researchers, students, and consultants using AI workflows daily.</a:t>
            </a:r>
          </a:p>
          <a:p>
            <a:pPr marL="0" lvl="0" indent="0">
              <a:lnSpc>
                <a:spcPct val="110000"/>
              </a:lnSpc>
              <a:spcBef>
                <a:spcPts val="2500"/>
              </a:spcBef>
              <a:buFont typeface="Arial" panose="020B0604020202020204" pitchFamily="34" charset="0"/>
              <a:buNone/>
            </a:pPr>
            <a:r>
              <a:rPr lang="en-US" sz="1200" b="1"/>
              <a:t>Live Prototype Demonstration</a:t>
            </a:r>
          </a:p>
          <a:p>
            <a:pPr marL="0" lvl="1" indent="0">
              <a:lnSpc>
                <a:spcPct val="110000"/>
              </a:lnSpc>
              <a:buFont typeface="Arial" panose="020B0604020202020204" pitchFamily="34" charset="0"/>
              <a:buNone/>
            </a:pPr>
            <a:r>
              <a:rPr lang="en-US" sz="1200"/>
              <a:t>The live demo allows stakeholders to directly explore GETSMART’s features and capabilities post-presentation.</a:t>
            </a:r>
          </a:p>
          <a:p>
            <a:pPr marL="0" lvl="0" indent="0">
              <a:lnSpc>
                <a:spcPct val="110000"/>
              </a:lnSpc>
              <a:spcBef>
                <a:spcPts val="2500"/>
              </a:spcBef>
              <a:buFont typeface="Arial" panose="020B0604020202020204" pitchFamily="34" charset="0"/>
              <a:buNone/>
            </a:pPr>
            <a:r>
              <a:rPr lang="en-US" sz="1200" b="1"/>
              <a:t>Interactive Q&amp;A Session</a:t>
            </a:r>
          </a:p>
          <a:p>
            <a:pPr marL="0" lvl="1" indent="0">
              <a:lnSpc>
                <a:spcPct val="110000"/>
              </a:lnSpc>
              <a:buFont typeface="Arial" panose="020B0604020202020204" pitchFamily="34" charset="0"/>
              <a:buNone/>
            </a:pPr>
            <a:r>
              <a:rPr lang="en-US" sz="1200"/>
              <a:t>The session closes with an invitation for questions, feedback, and roadmap discussions to shape platform evolution.</a:t>
            </a:r>
          </a:p>
        </p:txBody>
      </p:sp>
      <p:sp>
        <p:nvSpPr>
          <p:cNvPr id="5" name="Footer Placeholder 4">
            <a:extLst>
              <a:ext uri="{FF2B5EF4-FFF2-40B4-BE49-F238E27FC236}">
                <a16:creationId xmlns:a16="http://schemas.microsoft.com/office/drawing/2014/main" id="{D52900FA-ABA9-BDBE-334E-AD86A5524D04}"/>
              </a:ext>
            </a:extLst>
          </p:cNvPr>
          <p:cNvSpPr>
            <a:spLocks noGrp="1"/>
          </p:cNvSpPr>
          <p:nvPr>
            <p:ph type="ftr" sz="quarter" idx="17"/>
          </p:nvPr>
        </p:nvSpPr>
        <p:spPr>
          <a:xfrm>
            <a:off x="381000" y="6347057"/>
            <a:ext cx="3200400"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AF40B8F3-0B0B-EEAB-7692-6E2D096162BB}"/>
              </a:ext>
            </a:extLst>
          </p:cNvPr>
          <p:cNvSpPr>
            <a:spLocks noGrp="1"/>
          </p:cNvSpPr>
          <p:nvPr>
            <p:ph type="dt" sz="half" idx="16"/>
          </p:nvPr>
        </p:nvSpPr>
        <p:spPr>
          <a:xfrm>
            <a:off x="9525000" y="6340475"/>
            <a:ext cx="1800171" cy="365125"/>
          </a:xfrm>
        </p:spPr>
        <p:txBody>
          <a:bodyPr anchor="ctr">
            <a:normAutofit/>
          </a:bodyPr>
          <a:lstStyle/>
          <a:p>
            <a:pPr>
              <a:spcAft>
                <a:spcPts val="600"/>
              </a:spcAft>
            </a:pPr>
            <a:fld id="{A4EF2610-7DF8-C942-A8A1-C05E61FE4E13}" type="datetime1">
              <a:rPr lang="en-US" smtClean="0"/>
              <a:pPr>
                <a:spcAft>
                  <a:spcPts val="600"/>
                </a:spcAft>
              </a:pPr>
              <a:t>7/16/2026</a:t>
            </a:fld>
            <a:endParaRPr lang="en-US"/>
          </a:p>
        </p:txBody>
      </p:sp>
      <p:sp>
        <p:nvSpPr>
          <p:cNvPr id="7" name="Slide Number Placeholder 6">
            <a:extLst>
              <a:ext uri="{FF2B5EF4-FFF2-40B4-BE49-F238E27FC236}">
                <a16:creationId xmlns:a16="http://schemas.microsoft.com/office/drawing/2014/main" id="{19D176C5-D04D-3496-EB6B-E6036C6DFEB6}"/>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19</a:t>
            </a:fld>
            <a:endParaRPr lang="en-US"/>
          </a:p>
        </p:txBody>
      </p:sp>
    </p:spTree>
    <p:extLst>
      <p:ext uri="{BB962C8B-B14F-4D97-AF65-F5344CB8AC3E}">
        <p14:creationId xmlns:p14="http://schemas.microsoft.com/office/powerpoint/2010/main" val="36885575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Bubbleform">
  <a:themeElements>
    <a:clrScheme name="Bubbleform">
      <a:dk1>
        <a:srgbClr val="000000"/>
      </a:dk1>
      <a:lt1>
        <a:srgbClr val="FFFFFF"/>
      </a:lt1>
      <a:dk2>
        <a:srgbClr val="4E4AD8"/>
      </a:dk2>
      <a:lt2>
        <a:srgbClr val="DCD8DC"/>
      </a:lt2>
      <a:accent1>
        <a:srgbClr val="6C7FF6"/>
      </a:accent1>
      <a:accent2>
        <a:srgbClr val="8760DC"/>
      </a:accent2>
      <a:accent3>
        <a:srgbClr val="5D739A"/>
      </a:accent3>
      <a:accent4>
        <a:srgbClr val="6997AF"/>
      </a:accent4>
      <a:accent5>
        <a:srgbClr val="84ACB6"/>
      </a:accent5>
      <a:accent6>
        <a:srgbClr val="6F8183"/>
      </a:accent6>
      <a:hlink>
        <a:srgbClr val="69A020"/>
      </a:hlink>
      <a:folHlink>
        <a:srgbClr val="8C8C8C"/>
      </a:folHlink>
    </a:clrScheme>
    <a:fontScheme name="Custom 78">
      <a:majorFont>
        <a:latin typeface="Biome"/>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bbleform_win32_KO_V11" id="{86725AD0-D160-4069-8876-4ED9C8033A79}" vid="{9647EED2-E3EB-419E-B9CB-199FA54454E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2930</Words>
  <Application>Microsoft Office PowerPoint</Application>
  <PresentationFormat>Widescreen</PresentationFormat>
  <Paragraphs>215</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Avenir Next LT Pro Light</vt:lpstr>
      <vt:lpstr>Biome</vt:lpstr>
      <vt:lpstr>Calibri</vt:lpstr>
      <vt:lpstr>Bubbleform</vt:lpstr>
      <vt:lpstr>GETSMART Executive Stakeholder </vt:lpstr>
      <vt:lpstr>Introduction and Executive Context</vt:lpstr>
      <vt:lpstr>GETSMART AI Assistant – Stakeholder Live Demo</vt:lpstr>
      <vt:lpstr>Executive Summary and Business Framing</vt:lpstr>
      <vt:lpstr>Executive Summary</vt:lpstr>
      <vt:lpstr>Problem Statement</vt:lpstr>
      <vt:lpstr>The Business Challenge</vt:lpstr>
      <vt:lpstr>Solution Overview</vt:lpstr>
      <vt:lpstr>GETSMART Platform Overview</vt:lpstr>
      <vt:lpstr>Live Demo Walkthrough</vt:lpstr>
      <vt:lpstr>Prototype Walkthrough Flow</vt:lpstr>
      <vt:lpstr>Architecture and Technology</vt:lpstr>
      <vt:lpstr>Solution Architecture Overview</vt:lpstr>
      <vt:lpstr>Security and Governance</vt:lpstr>
      <vt:lpstr>Security &amp; Governance Model</vt:lpstr>
      <vt:lpstr>Business Impact</vt:lpstr>
      <vt:lpstr>Impact &amp; Benefits</vt:lpstr>
      <vt:lpstr>Audience and Next Steps</vt:lpstr>
      <vt:lpstr>Target Users, Live Demo and 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Tumisang.Molefe@capaciti.org.za</dc:creator>
  <cp:lastModifiedBy>Lindiwe Mkuzangwe</cp:lastModifiedBy>
  <cp:revision>1</cp:revision>
  <dcterms:modified xsi:type="dcterms:W3CDTF">2026-07-16T08:33:30Z</dcterms:modified>
</cp:coreProperties>
</file>